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7" r:id="rId2"/>
    <p:sldId id="258" r:id="rId3"/>
    <p:sldId id="261" r:id="rId4"/>
    <p:sldId id="267" r:id="rId5"/>
    <p:sldId id="262" r:id="rId6"/>
    <p:sldId id="263" r:id="rId7"/>
    <p:sldId id="276" r:id="rId8"/>
    <p:sldId id="265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8" r:id="rId18"/>
    <p:sldId id="279" r:id="rId19"/>
    <p:sldId id="277" r:id="rId20"/>
    <p:sldId id="281" r:id="rId21"/>
    <p:sldId id="280" r:id="rId22"/>
    <p:sldId id="286" r:id="rId23"/>
    <p:sldId id="282" r:id="rId24"/>
    <p:sldId id="284" r:id="rId25"/>
    <p:sldId id="285" r:id="rId26"/>
    <p:sldId id="287" r:id="rId27"/>
    <p:sldId id="288" r:id="rId28"/>
    <p:sldId id="289" r:id="rId29"/>
    <p:sldId id="298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ata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600AA-CF42-4B88-8ACA-1933C85E30BA}" type="doc">
      <dgm:prSet loTypeId="urn:microsoft.com/office/officeart/2005/8/layout/cycle4" loCatId="matrix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91707C9-11FB-4BD5-9878-D4EE00D0BC5F}">
      <dgm:prSet custT="1"/>
      <dgm:spPr/>
      <dgm:t>
        <a:bodyPr/>
        <a:lstStyle/>
        <a:p>
          <a:pPr algn="just"/>
          <a:r>
            <a:rPr lang="en-IN" sz="2000" b="1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components of entrepreneurial strategy:</a:t>
          </a:r>
        </a:p>
      </dgm:t>
    </dgm:pt>
    <dgm:pt modelId="{55380C57-3E1F-48A0-BC47-EFE7279E2F6C}" type="parTrans" cxnId="{86834869-8D62-40FC-AD95-720D7F4A4FD9}">
      <dgm:prSet/>
      <dgm:spPr/>
      <dgm:t>
        <a:bodyPr/>
        <a:lstStyle/>
        <a:p>
          <a:endParaRPr lang="en-IN"/>
        </a:p>
      </dgm:t>
    </dgm:pt>
    <dgm:pt modelId="{7D6E71E0-1113-49A0-884D-3DA049C7ABF1}" type="sibTrans" cxnId="{86834869-8D62-40FC-AD95-720D7F4A4FD9}">
      <dgm:prSet/>
      <dgm:spPr/>
      <dgm:t>
        <a:bodyPr/>
        <a:lstStyle/>
        <a:p>
          <a:endParaRPr lang="en-IN"/>
        </a:p>
      </dgm:t>
    </dgm:pt>
    <dgm:pt modelId="{9BA8325C-DF5F-4BB2-89BA-4B8E244197BE}">
      <dgm:prSet custT="1"/>
      <dgm:spPr/>
      <dgm:t>
        <a:bodyPr/>
        <a:lstStyle/>
        <a:p>
          <a:r>
            <a:rPr lang="en-IN" sz="1800" b="0">
              <a:latin typeface="Times New Roman" panose="02020603050405020304" pitchFamily="18" charset="0"/>
              <a:cs typeface="Times New Roman" panose="02020603050405020304" pitchFamily="18" charset="0"/>
            </a:rPr>
            <a:t>The opportunity - The opportunity is the problem or need that the entrepreneur wants to solve or satisfy with their product or service. </a:t>
          </a:r>
        </a:p>
      </dgm:t>
    </dgm:pt>
    <dgm:pt modelId="{05ABEF9E-8457-48D0-89DC-4852B5A65EFE}" type="parTrans" cxnId="{09BEC413-F7F6-4DF9-AB6A-A9E9C990D5CC}">
      <dgm:prSet/>
      <dgm:spPr/>
      <dgm:t>
        <a:bodyPr/>
        <a:lstStyle/>
        <a:p>
          <a:endParaRPr lang="en-IN"/>
        </a:p>
      </dgm:t>
    </dgm:pt>
    <dgm:pt modelId="{F099A103-3C2F-4634-90B2-0F9A7AADC0F2}" type="sibTrans" cxnId="{09BEC413-F7F6-4DF9-AB6A-A9E9C990D5CC}">
      <dgm:prSet/>
      <dgm:spPr/>
      <dgm:t>
        <a:bodyPr/>
        <a:lstStyle/>
        <a:p>
          <a:endParaRPr lang="en-IN"/>
        </a:p>
      </dgm:t>
    </dgm:pt>
    <dgm:pt modelId="{CC931CA2-9B4D-4374-9E29-3FA6A0B5E5D7}">
      <dgm:prSet custT="1"/>
      <dgm:spPr/>
      <dgm:t>
        <a:bodyPr/>
        <a:lstStyle/>
        <a:p>
          <a:r>
            <a:rPr lang="en-IN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The resources - The resources are the assets and capabilities that the entrepreneur can use or acquire to exploit the opportunity. </a:t>
          </a:r>
        </a:p>
      </dgm:t>
    </dgm:pt>
    <dgm:pt modelId="{1D0D60C5-23ED-44CD-A50C-78FDFBF1FBDA}" type="parTrans" cxnId="{317FC711-7F9D-4EAD-958B-9E673D40300E}">
      <dgm:prSet/>
      <dgm:spPr/>
      <dgm:t>
        <a:bodyPr/>
        <a:lstStyle/>
        <a:p>
          <a:endParaRPr lang="en-IN"/>
        </a:p>
      </dgm:t>
    </dgm:pt>
    <dgm:pt modelId="{318EDA48-CE42-417F-A1B7-AA8A360A9F42}" type="sibTrans" cxnId="{317FC711-7F9D-4EAD-958B-9E673D40300E}">
      <dgm:prSet/>
      <dgm:spPr/>
      <dgm:t>
        <a:bodyPr/>
        <a:lstStyle/>
        <a:p>
          <a:endParaRPr lang="en-IN"/>
        </a:p>
      </dgm:t>
    </dgm:pt>
    <dgm:pt modelId="{1C51A473-53DA-4EBD-B7FD-A74E65340E61}">
      <dgm:prSet custT="1"/>
      <dgm:spPr/>
      <dgm:t>
        <a:bodyPr/>
        <a:lstStyle/>
        <a:p>
          <a:r>
            <a:rPr lang="en-IN" sz="1800" b="0" dirty="0">
              <a:latin typeface="Times New Roman" panose="02020603050405020304" pitchFamily="18" charset="0"/>
              <a:cs typeface="Times New Roman" panose="02020603050405020304" pitchFamily="18" charset="0"/>
            </a:rPr>
            <a:t>The team - The team is the group of people who share the entrepreneur's vision and work together to execute the strategy.</a:t>
          </a:r>
        </a:p>
      </dgm:t>
    </dgm:pt>
    <dgm:pt modelId="{93D99676-C677-4B86-B9DE-BDA25882AAD0}" type="parTrans" cxnId="{0C92E0EB-5139-434D-8F9F-8B0E35D00884}">
      <dgm:prSet/>
      <dgm:spPr/>
      <dgm:t>
        <a:bodyPr/>
        <a:lstStyle/>
        <a:p>
          <a:endParaRPr lang="en-IN"/>
        </a:p>
      </dgm:t>
    </dgm:pt>
    <dgm:pt modelId="{39D8256C-4BD6-48EF-B257-1CFD9BA693ED}" type="sibTrans" cxnId="{0C92E0EB-5139-434D-8F9F-8B0E35D00884}">
      <dgm:prSet/>
      <dgm:spPr/>
      <dgm:t>
        <a:bodyPr/>
        <a:lstStyle/>
        <a:p>
          <a:endParaRPr lang="en-IN"/>
        </a:p>
      </dgm:t>
    </dgm:pt>
    <dgm:pt modelId="{E50BDFBB-4888-42E1-B3F9-96DA02257648}" type="pres">
      <dgm:prSet presAssocID="{D9E600AA-CF42-4B88-8ACA-1933C85E30BA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E94E04-AF25-409C-B3D1-CFEBA426819A}" type="pres">
      <dgm:prSet presAssocID="{D9E600AA-CF42-4B88-8ACA-1933C85E30BA}" presName="children" presStyleCnt="0"/>
      <dgm:spPr/>
    </dgm:pt>
    <dgm:pt modelId="{8375710C-565C-4883-8485-7373A4A9973F}" type="pres">
      <dgm:prSet presAssocID="{D9E600AA-CF42-4B88-8ACA-1933C85E30BA}" presName="childPlaceholder" presStyleCnt="0"/>
      <dgm:spPr/>
    </dgm:pt>
    <dgm:pt modelId="{A281DA6A-0880-4888-95D8-82B464EE4229}" type="pres">
      <dgm:prSet presAssocID="{D9E600AA-CF42-4B88-8ACA-1933C85E30BA}" presName="circle" presStyleCnt="0"/>
      <dgm:spPr/>
    </dgm:pt>
    <dgm:pt modelId="{AB6425C8-EE7A-4212-AE0E-64A4E98BCB36}" type="pres">
      <dgm:prSet presAssocID="{D9E600AA-CF42-4B88-8ACA-1933C85E30BA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433F1F-4C9B-4CA4-938B-F47CFFF9BF70}" type="pres">
      <dgm:prSet presAssocID="{D9E600AA-CF42-4B88-8ACA-1933C85E30BA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C79C50-A6F1-429B-B165-732C32D1C951}" type="pres">
      <dgm:prSet presAssocID="{D9E600AA-CF42-4B88-8ACA-1933C85E30BA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24E571-4543-426F-B2A5-9661B0E16117}" type="pres">
      <dgm:prSet presAssocID="{D9E600AA-CF42-4B88-8ACA-1933C85E30BA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C48982-1908-48EE-9524-EA4699E3C673}" type="pres">
      <dgm:prSet presAssocID="{D9E600AA-CF42-4B88-8ACA-1933C85E30BA}" presName="quadrantPlaceholder" presStyleCnt="0"/>
      <dgm:spPr/>
    </dgm:pt>
    <dgm:pt modelId="{4012CB3F-0CED-4841-9AE6-6AF90E79E0BE}" type="pres">
      <dgm:prSet presAssocID="{D9E600AA-CF42-4B88-8ACA-1933C85E30BA}" presName="center1" presStyleLbl="fgShp" presStyleIdx="0" presStyleCnt="2"/>
      <dgm:spPr/>
    </dgm:pt>
    <dgm:pt modelId="{1B25EE2B-86C5-454E-B93D-5E2C371E4C02}" type="pres">
      <dgm:prSet presAssocID="{D9E600AA-CF42-4B88-8ACA-1933C85E30BA}" presName="center2" presStyleLbl="fgShp" presStyleIdx="1" presStyleCnt="2"/>
      <dgm:spPr/>
    </dgm:pt>
  </dgm:ptLst>
  <dgm:cxnLst>
    <dgm:cxn modelId="{09BEC413-F7F6-4DF9-AB6A-A9E9C990D5CC}" srcId="{D9E600AA-CF42-4B88-8ACA-1933C85E30BA}" destId="{9BA8325C-DF5F-4BB2-89BA-4B8E244197BE}" srcOrd="1" destOrd="0" parTransId="{05ABEF9E-8457-48D0-89DC-4852B5A65EFE}" sibTransId="{F099A103-3C2F-4634-90B2-0F9A7AADC0F2}"/>
    <dgm:cxn modelId="{BDDD5B5E-A2DD-49AB-B40B-0CF973AF0556}" type="presOf" srcId="{1C51A473-53DA-4EBD-B7FD-A74E65340E61}" destId="{4A24E571-4543-426F-B2A5-9661B0E16117}" srcOrd="0" destOrd="0" presId="urn:microsoft.com/office/officeart/2005/8/layout/cycle4"/>
    <dgm:cxn modelId="{86834869-8D62-40FC-AD95-720D7F4A4FD9}" srcId="{D9E600AA-CF42-4B88-8ACA-1933C85E30BA}" destId="{691707C9-11FB-4BD5-9878-D4EE00D0BC5F}" srcOrd="0" destOrd="0" parTransId="{55380C57-3E1F-48A0-BC47-EFE7279E2F6C}" sibTransId="{7D6E71E0-1113-49A0-884D-3DA049C7ABF1}"/>
    <dgm:cxn modelId="{0C92E0EB-5139-434D-8F9F-8B0E35D00884}" srcId="{D9E600AA-CF42-4B88-8ACA-1933C85E30BA}" destId="{1C51A473-53DA-4EBD-B7FD-A74E65340E61}" srcOrd="3" destOrd="0" parTransId="{93D99676-C677-4B86-B9DE-BDA25882AAD0}" sibTransId="{39D8256C-4BD6-48EF-B257-1CFD9BA693ED}"/>
    <dgm:cxn modelId="{A8B1968A-F71F-4B31-9B23-0ADA1B0935BF}" type="presOf" srcId="{CC931CA2-9B4D-4374-9E29-3FA6A0B5E5D7}" destId="{61C79C50-A6F1-429B-B165-732C32D1C951}" srcOrd="0" destOrd="0" presId="urn:microsoft.com/office/officeart/2005/8/layout/cycle4"/>
    <dgm:cxn modelId="{C6848C4C-A797-48CF-92B0-95DB78134462}" type="presOf" srcId="{D9E600AA-CF42-4B88-8ACA-1933C85E30BA}" destId="{E50BDFBB-4888-42E1-B3F9-96DA02257648}" srcOrd="0" destOrd="0" presId="urn:microsoft.com/office/officeart/2005/8/layout/cycle4"/>
    <dgm:cxn modelId="{CA8F3E7D-408E-4683-B278-2761D1F6B765}" type="presOf" srcId="{691707C9-11FB-4BD5-9878-D4EE00D0BC5F}" destId="{AB6425C8-EE7A-4212-AE0E-64A4E98BCB36}" srcOrd="0" destOrd="0" presId="urn:microsoft.com/office/officeart/2005/8/layout/cycle4"/>
    <dgm:cxn modelId="{EA7FB2F9-0114-4B6F-8E6C-55FAC3893721}" type="presOf" srcId="{9BA8325C-DF5F-4BB2-89BA-4B8E244197BE}" destId="{AE433F1F-4C9B-4CA4-938B-F47CFFF9BF70}" srcOrd="0" destOrd="0" presId="urn:microsoft.com/office/officeart/2005/8/layout/cycle4"/>
    <dgm:cxn modelId="{317FC711-7F9D-4EAD-958B-9E673D40300E}" srcId="{D9E600AA-CF42-4B88-8ACA-1933C85E30BA}" destId="{CC931CA2-9B4D-4374-9E29-3FA6A0B5E5D7}" srcOrd="2" destOrd="0" parTransId="{1D0D60C5-23ED-44CD-A50C-78FDFBF1FBDA}" sibTransId="{318EDA48-CE42-417F-A1B7-AA8A360A9F42}"/>
    <dgm:cxn modelId="{C39491AC-58F4-4E0D-9135-B7A1EB0D6F47}" type="presParOf" srcId="{E50BDFBB-4888-42E1-B3F9-96DA02257648}" destId="{6CE94E04-AF25-409C-B3D1-CFEBA426819A}" srcOrd="0" destOrd="0" presId="urn:microsoft.com/office/officeart/2005/8/layout/cycle4"/>
    <dgm:cxn modelId="{E70DAF38-770F-44CA-8AA4-B2DF93414E1F}" type="presParOf" srcId="{6CE94E04-AF25-409C-B3D1-CFEBA426819A}" destId="{8375710C-565C-4883-8485-7373A4A9973F}" srcOrd="0" destOrd="0" presId="urn:microsoft.com/office/officeart/2005/8/layout/cycle4"/>
    <dgm:cxn modelId="{CF4A609D-089C-4548-8D75-FC199241AB0A}" type="presParOf" srcId="{E50BDFBB-4888-42E1-B3F9-96DA02257648}" destId="{A281DA6A-0880-4888-95D8-82B464EE4229}" srcOrd="1" destOrd="0" presId="urn:microsoft.com/office/officeart/2005/8/layout/cycle4"/>
    <dgm:cxn modelId="{1FDA209D-2E7F-440E-A25A-BD3AEF6AC947}" type="presParOf" srcId="{A281DA6A-0880-4888-95D8-82B464EE4229}" destId="{AB6425C8-EE7A-4212-AE0E-64A4E98BCB36}" srcOrd="0" destOrd="0" presId="urn:microsoft.com/office/officeart/2005/8/layout/cycle4"/>
    <dgm:cxn modelId="{308C22FF-CB7B-40AD-84EF-93F15160F55E}" type="presParOf" srcId="{A281DA6A-0880-4888-95D8-82B464EE4229}" destId="{AE433F1F-4C9B-4CA4-938B-F47CFFF9BF70}" srcOrd="1" destOrd="0" presId="urn:microsoft.com/office/officeart/2005/8/layout/cycle4"/>
    <dgm:cxn modelId="{984EE1D5-4ECC-4922-9725-C02B4A4036CB}" type="presParOf" srcId="{A281DA6A-0880-4888-95D8-82B464EE4229}" destId="{61C79C50-A6F1-429B-B165-732C32D1C951}" srcOrd="2" destOrd="0" presId="urn:microsoft.com/office/officeart/2005/8/layout/cycle4"/>
    <dgm:cxn modelId="{BF815192-FDBD-4DE3-A5D3-F35715256693}" type="presParOf" srcId="{A281DA6A-0880-4888-95D8-82B464EE4229}" destId="{4A24E571-4543-426F-B2A5-9661B0E16117}" srcOrd="3" destOrd="0" presId="urn:microsoft.com/office/officeart/2005/8/layout/cycle4"/>
    <dgm:cxn modelId="{A371360F-62BC-4D2D-8E57-D945A4D41D54}" type="presParOf" srcId="{A281DA6A-0880-4888-95D8-82B464EE4229}" destId="{6DC48982-1908-48EE-9524-EA4699E3C673}" srcOrd="4" destOrd="0" presId="urn:microsoft.com/office/officeart/2005/8/layout/cycle4"/>
    <dgm:cxn modelId="{12C426E1-6A41-4FCF-BB19-3ED33539BA45}" type="presParOf" srcId="{E50BDFBB-4888-42E1-B3F9-96DA02257648}" destId="{4012CB3F-0CED-4841-9AE6-6AF90E79E0BE}" srcOrd="2" destOrd="0" presId="urn:microsoft.com/office/officeart/2005/8/layout/cycle4"/>
    <dgm:cxn modelId="{07C40593-9EF9-4229-A7D6-80E8DE5485AF}" type="presParOf" srcId="{E50BDFBB-4888-42E1-B3F9-96DA02257648}" destId="{1B25EE2B-86C5-454E-B93D-5E2C371E4C02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60C290-68DD-44A3-AA68-2FAB1CCCE19B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89E7C43-9970-4247-AEC6-8BF89A099D04}">
      <dgm:prSet custT="1"/>
      <dgm:spPr/>
      <dgm:t>
        <a:bodyPr/>
        <a:lstStyle/>
        <a:p>
          <a:r>
            <a:rPr lang="en-IN" sz="3600" dirty="0">
              <a:solidFill>
                <a:srgbClr val="FF0000"/>
              </a:solidFill>
            </a:rPr>
            <a:t>Key Tactics For Mastering Entrepreneurial Strategy</a:t>
          </a:r>
          <a:r>
            <a:rPr lang="en-IN" sz="1800" dirty="0">
              <a:solidFill>
                <a:srgbClr val="FF0000"/>
              </a:solidFill>
            </a:rPr>
            <a:t>:</a:t>
          </a:r>
        </a:p>
      </dgm:t>
    </dgm:pt>
    <dgm:pt modelId="{8F0FF340-5C30-435C-8273-17D59AC619C7}" type="parTrans" cxnId="{CC052104-9A79-4E8F-A9AF-8EE6AC42421F}">
      <dgm:prSet/>
      <dgm:spPr/>
      <dgm:t>
        <a:bodyPr/>
        <a:lstStyle/>
        <a:p>
          <a:endParaRPr lang="en-IN"/>
        </a:p>
      </dgm:t>
    </dgm:pt>
    <dgm:pt modelId="{7F9C6DA7-841B-4C75-9A5E-017C702701EB}" type="sibTrans" cxnId="{CC052104-9A79-4E8F-A9AF-8EE6AC42421F}">
      <dgm:prSet/>
      <dgm:spPr/>
      <dgm:t>
        <a:bodyPr/>
        <a:lstStyle/>
        <a:p>
          <a:endParaRPr lang="en-IN"/>
        </a:p>
      </dgm:t>
    </dgm:pt>
    <dgm:pt modelId="{7D6B8165-4CC1-4ECC-A2FE-CF9A0CE7F7DC}">
      <dgm:prSet custT="1"/>
      <dgm:spPr/>
      <dgm:t>
        <a:bodyPr/>
        <a:lstStyle/>
        <a:p>
          <a:pPr algn="just"/>
          <a:r>
            <a:rPr lang="en-IN" sz="1800" dirty="0"/>
            <a:t>Identifying and validating a problem-solution fit and a product-market fit, ensuring the venture addresses real customer needs effectively.</a:t>
          </a:r>
        </a:p>
      </dgm:t>
    </dgm:pt>
    <dgm:pt modelId="{50EFB3CD-8921-45AE-9B94-1551B21462CA}" type="parTrans" cxnId="{9921927F-2ADA-4824-AD52-A2F8D5781210}">
      <dgm:prSet/>
      <dgm:spPr/>
      <dgm:t>
        <a:bodyPr/>
        <a:lstStyle/>
        <a:p>
          <a:endParaRPr lang="en-IN"/>
        </a:p>
      </dgm:t>
    </dgm:pt>
    <dgm:pt modelId="{767F5F56-3962-43AD-A5B5-E2B0CB1D1549}" type="sibTrans" cxnId="{9921927F-2ADA-4824-AD52-A2F8D5781210}">
      <dgm:prSet/>
      <dgm:spPr/>
      <dgm:t>
        <a:bodyPr/>
        <a:lstStyle/>
        <a:p>
          <a:endParaRPr lang="en-IN"/>
        </a:p>
      </dgm:t>
    </dgm:pt>
    <dgm:pt modelId="{761C0C5D-0A6F-4FF4-9663-5CF138847A35}">
      <dgm:prSet custT="1"/>
      <dgm:spPr/>
      <dgm:t>
        <a:bodyPr/>
        <a:lstStyle/>
        <a:p>
          <a:r>
            <a:rPr lang="en-IN" sz="1800"/>
            <a:t>Developing and testing a viable and scalable business model to sustainably deliver value, generate revenue, and manage costs.</a:t>
          </a:r>
        </a:p>
      </dgm:t>
    </dgm:pt>
    <dgm:pt modelId="{85360D51-22D2-4077-9501-00F7648F62F1}" type="parTrans" cxnId="{8E5C7901-3B93-4628-9A0D-EB991DF89CA1}">
      <dgm:prSet/>
      <dgm:spPr/>
      <dgm:t>
        <a:bodyPr/>
        <a:lstStyle/>
        <a:p>
          <a:endParaRPr lang="en-IN"/>
        </a:p>
      </dgm:t>
    </dgm:pt>
    <dgm:pt modelId="{AC0483CD-C386-49DA-8D26-8AEC217D0555}" type="sibTrans" cxnId="{8E5C7901-3B93-4628-9A0D-EB991DF89CA1}">
      <dgm:prSet/>
      <dgm:spPr/>
      <dgm:t>
        <a:bodyPr/>
        <a:lstStyle/>
        <a:p>
          <a:endParaRPr lang="en-IN"/>
        </a:p>
      </dgm:t>
    </dgm:pt>
    <dgm:pt modelId="{436FC2D3-E736-4533-BAD3-51C7B4B1F73C}">
      <dgm:prSet custT="1"/>
      <dgm:spPr/>
      <dgm:t>
        <a:bodyPr/>
        <a:lstStyle/>
        <a:p>
          <a:pPr algn="just"/>
          <a:r>
            <a:rPr lang="en-IN" sz="1800" dirty="0"/>
            <a:t>Crafting and communicating a compelling value proposition that differentiates the venture and resonates with target customers.</a:t>
          </a:r>
        </a:p>
      </dgm:t>
    </dgm:pt>
    <dgm:pt modelId="{83D5712D-365F-4A0A-9708-F3733688E4E8}" type="parTrans" cxnId="{F1FC1947-CE06-4D15-9DAE-CE26C4FB14B2}">
      <dgm:prSet/>
      <dgm:spPr/>
      <dgm:t>
        <a:bodyPr/>
        <a:lstStyle/>
        <a:p>
          <a:endParaRPr lang="en-IN"/>
        </a:p>
      </dgm:t>
    </dgm:pt>
    <dgm:pt modelId="{9F443609-2BF8-4BC8-AAEA-7FC12C9D4DEF}" type="sibTrans" cxnId="{F1FC1947-CE06-4D15-9DAE-CE26C4FB14B2}">
      <dgm:prSet/>
      <dgm:spPr/>
      <dgm:t>
        <a:bodyPr/>
        <a:lstStyle/>
        <a:p>
          <a:endParaRPr lang="en-IN"/>
        </a:p>
      </dgm:t>
    </dgm:pt>
    <dgm:pt modelId="{4F9E995D-FD48-4A0E-B642-6C9706DCEC13}">
      <dgm:prSet custT="1"/>
      <dgm:spPr/>
      <dgm:t>
        <a:bodyPr/>
        <a:lstStyle/>
        <a:p>
          <a:r>
            <a:rPr lang="en-IN" sz="1800" dirty="0"/>
            <a:t>Building and managing a strong team aligned with the venture's vision, mission, and values, crucial for execution and innovation.</a:t>
          </a:r>
        </a:p>
      </dgm:t>
    </dgm:pt>
    <dgm:pt modelId="{B3B445E4-FBC9-447F-9C23-C512B4E5191E}" type="parTrans" cxnId="{9A491633-CC45-4C52-A068-45156600A822}">
      <dgm:prSet/>
      <dgm:spPr/>
      <dgm:t>
        <a:bodyPr/>
        <a:lstStyle/>
        <a:p>
          <a:endParaRPr lang="en-IN"/>
        </a:p>
      </dgm:t>
    </dgm:pt>
    <dgm:pt modelId="{693BAC35-65C9-4A65-B611-F9A005490D99}" type="sibTrans" cxnId="{9A491633-CC45-4C52-A068-45156600A822}">
      <dgm:prSet/>
      <dgm:spPr/>
      <dgm:t>
        <a:bodyPr/>
        <a:lstStyle/>
        <a:p>
          <a:endParaRPr lang="en-IN"/>
        </a:p>
      </dgm:t>
    </dgm:pt>
    <dgm:pt modelId="{42A52CAF-0FFD-45AA-9D23-95442168087C}">
      <dgm:prSet custT="1"/>
      <dgm:spPr/>
      <dgm:t>
        <a:bodyPr/>
        <a:lstStyle/>
        <a:p>
          <a:r>
            <a:rPr lang="en-IN" sz="1800" dirty="0"/>
            <a:t>Securing and allocating resources effectively across financial, human, physical, and intangible assets to support growth and operations.</a:t>
          </a:r>
        </a:p>
      </dgm:t>
    </dgm:pt>
    <dgm:pt modelId="{ADBAD833-5A07-4AAE-B946-C6E2725442B6}" type="parTrans" cxnId="{F26370F5-432B-423B-A673-3FFC5D65B91B}">
      <dgm:prSet/>
      <dgm:spPr/>
      <dgm:t>
        <a:bodyPr/>
        <a:lstStyle/>
        <a:p>
          <a:endParaRPr lang="en-IN"/>
        </a:p>
      </dgm:t>
    </dgm:pt>
    <dgm:pt modelId="{EAC4E201-F3D3-4C65-9C23-84F94BF77828}" type="sibTrans" cxnId="{F26370F5-432B-423B-A673-3FFC5D65B91B}">
      <dgm:prSet/>
      <dgm:spPr/>
      <dgm:t>
        <a:bodyPr/>
        <a:lstStyle/>
        <a:p>
          <a:endParaRPr lang="en-IN"/>
        </a:p>
      </dgm:t>
    </dgm:pt>
    <dgm:pt modelId="{94B4FFC9-B9E2-40BC-B59D-9AEC4FA0F892}">
      <dgm:prSet custT="1"/>
      <dgm:spPr/>
      <dgm:t>
        <a:bodyPr/>
        <a:lstStyle/>
        <a:p>
          <a:r>
            <a:rPr lang="en-IN" sz="1800" dirty="0"/>
            <a:t>Establishing and maintaining a competitive advantage through superior value, quality, service, or by leveraging niche markets or strategic alliances.</a:t>
          </a:r>
        </a:p>
      </dgm:t>
    </dgm:pt>
    <dgm:pt modelId="{166B3153-9D0B-420D-B8C3-FF3AF155A77E}" type="parTrans" cxnId="{873CA9EF-0C77-4694-820C-1B6D70C641C2}">
      <dgm:prSet/>
      <dgm:spPr/>
      <dgm:t>
        <a:bodyPr/>
        <a:lstStyle/>
        <a:p>
          <a:endParaRPr lang="en-IN"/>
        </a:p>
      </dgm:t>
    </dgm:pt>
    <dgm:pt modelId="{D3D1B6A0-DAB4-44FC-BA62-73C6108EA4A2}" type="sibTrans" cxnId="{873CA9EF-0C77-4694-820C-1B6D70C641C2}">
      <dgm:prSet/>
      <dgm:spPr/>
      <dgm:t>
        <a:bodyPr/>
        <a:lstStyle/>
        <a:p>
          <a:endParaRPr lang="en-IN"/>
        </a:p>
      </dgm:t>
    </dgm:pt>
    <dgm:pt modelId="{FEB308D8-305C-44D0-B8D3-E68C0D8A67BF}">
      <dgm:prSet custT="1"/>
      <dgm:spPr/>
      <dgm:t>
        <a:bodyPr/>
        <a:lstStyle/>
        <a:p>
          <a:r>
            <a:rPr lang="en-IN" sz="1800" dirty="0"/>
            <a:t>Experimenting and iterating based on feedback and data to refine strategies, business models, and value propositions, ensuring continuous improvement and adaptation.</a:t>
          </a:r>
        </a:p>
      </dgm:t>
    </dgm:pt>
    <dgm:pt modelId="{21D38110-ABEA-4A21-A855-8D83A3C146D4}" type="parTrans" cxnId="{DD391E25-3BD8-404B-A1EF-D59F35BC8CFE}">
      <dgm:prSet/>
      <dgm:spPr/>
      <dgm:t>
        <a:bodyPr/>
        <a:lstStyle/>
        <a:p>
          <a:endParaRPr lang="en-IN"/>
        </a:p>
      </dgm:t>
    </dgm:pt>
    <dgm:pt modelId="{96389620-D30E-47AE-966B-9E3F091001B1}" type="sibTrans" cxnId="{DD391E25-3BD8-404B-A1EF-D59F35BC8CFE}">
      <dgm:prSet/>
      <dgm:spPr/>
      <dgm:t>
        <a:bodyPr/>
        <a:lstStyle/>
        <a:p>
          <a:endParaRPr lang="en-IN"/>
        </a:p>
      </dgm:t>
    </dgm:pt>
    <dgm:pt modelId="{B8368C58-A43A-4AF4-BE54-2C669E6EE744}" type="pres">
      <dgm:prSet presAssocID="{5360C290-68DD-44A3-AA68-2FAB1CCCE19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0C80358-08B9-4E9B-8E2C-BBE68FCEB563}" type="pres">
      <dgm:prSet presAssocID="{E89E7C43-9970-4247-AEC6-8BF89A099D04}" presName="boxAndChildren" presStyleCnt="0"/>
      <dgm:spPr/>
    </dgm:pt>
    <dgm:pt modelId="{E616E762-267E-48A2-A17F-56E0489B5422}" type="pres">
      <dgm:prSet presAssocID="{E89E7C43-9970-4247-AEC6-8BF89A099D04}" presName="parentTextBox" presStyleLbl="node1" presStyleIdx="0" presStyleCnt="1"/>
      <dgm:spPr/>
      <dgm:t>
        <a:bodyPr/>
        <a:lstStyle/>
        <a:p>
          <a:endParaRPr lang="en-US"/>
        </a:p>
      </dgm:t>
    </dgm:pt>
    <dgm:pt modelId="{276C6276-F759-49E3-A41B-CFA51B2FD67D}" type="pres">
      <dgm:prSet presAssocID="{E89E7C43-9970-4247-AEC6-8BF89A099D04}" presName="entireBox" presStyleLbl="node1" presStyleIdx="0" presStyleCnt="1" custLinFactNeighborX="-978" custLinFactNeighborY="-12"/>
      <dgm:spPr/>
      <dgm:t>
        <a:bodyPr/>
        <a:lstStyle/>
        <a:p>
          <a:endParaRPr lang="en-US"/>
        </a:p>
      </dgm:t>
    </dgm:pt>
    <dgm:pt modelId="{C34BEF3F-56C4-4274-AE34-9F09E6EE1471}" type="pres">
      <dgm:prSet presAssocID="{E89E7C43-9970-4247-AEC6-8BF89A099D04}" presName="descendantBox" presStyleCnt="0"/>
      <dgm:spPr/>
    </dgm:pt>
    <dgm:pt modelId="{608DD59F-BF88-45AB-8C61-26BEEFD340B9}" type="pres">
      <dgm:prSet presAssocID="{7D6B8165-4CC1-4ECC-A2FE-CF9A0CE7F7DC}" presName="childTextBox" presStyleLbl="fgAccFollowNode1" presStyleIdx="0" presStyleCnt="7" custScaleY="108695" custLinFactNeighborX="-4133" custLinFactNeighborY="-100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EF3460-98E6-4D86-9A53-ECA3C7A0713B}" type="pres">
      <dgm:prSet presAssocID="{761C0C5D-0A6F-4FF4-9663-5CF138847A35}" presName="childTextBox" presStyleLbl="fgAccFollowNode1" presStyleIdx="1" presStyleCnt="7" custLinFactNeighborX="1" custLinFactNeighborY="-298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5F755C-4EE6-4D61-B4AB-8E93221B191B}" type="pres">
      <dgm:prSet presAssocID="{436FC2D3-E736-4533-BAD3-51C7B4B1F73C}" presName="childTextBox" presStyleLbl="fgAccFollowNode1" presStyleIdx="2" presStyleCnt="7" custScaleY="108695" custLinFactNeighborX="1802" custLinFactNeighborY="-22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36DF9F-F2CB-4768-A530-4D4111DF9610}" type="pres">
      <dgm:prSet presAssocID="{4F9E995D-FD48-4A0E-B642-6C9706DCEC13}" presName="childTextBox" presStyleLbl="fgAccFollowNode1" presStyleIdx="3" presStyleCnt="7" custScaleY="110561" custLinFactNeighborX="0" custLinFactNeighborY="-198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5448B3-AE53-4364-A51B-8365FC220170}" type="pres">
      <dgm:prSet presAssocID="{42A52CAF-0FFD-45AA-9D23-95442168087C}" presName="childTextBox" presStyleLbl="fgAccFollowNode1" presStyleIdx="4" presStyleCnt="7" custScaleY="133021" custLinFactNeighborX="1047" custLinFactNeighborY="-107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28D9A1-E74D-4761-93B8-79F24AB0E2C0}" type="pres">
      <dgm:prSet presAssocID="{94B4FFC9-B9E2-40BC-B59D-9AEC4FA0F892}" presName="childTextBox" presStyleLbl="fgAccFollowNode1" presStyleIdx="5" presStyleCnt="7" custLinFactNeighborX="1323" custLinFactNeighborY="-293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CE79C5-A8CD-43EA-9C7C-801947030806}" type="pres">
      <dgm:prSet presAssocID="{FEB308D8-305C-44D0-B8D3-E68C0D8A67BF}" presName="childTextBox" presStyleLbl="fgAccFollowNode1" presStyleIdx="6" presStyleCnt="7" custScaleY="135651" custLinFactNeighborX="4136" custLinFactNeighborY="-227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C9EFFB2-057E-4E39-B590-DEFE0C59A5B0}" type="presOf" srcId="{7D6B8165-4CC1-4ECC-A2FE-CF9A0CE7F7DC}" destId="{608DD59F-BF88-45AB-8C61-26BEEFD340B9}" srcOrd="0" destOrd="0" presId="urn:microsoft.com/office/officeart/2005/8/layout/process4"/>
    <dgm:cxn modelId="{C209787A-FD2D-4A92-A20C-9FC6EF45DB20}" type="presOf" srcId="{436FC2D3-E736-4533-BAD3-51C7B4B1F73C}" destId="{CE5F755C-4EE6-4D61-B4AB-8E93221B191B}" srcOrd="0" destOrd="0" presId="urn:microsoft.com/office/officeart/2005/8/layout/process4"/>
    <dgm:cxn modelId="{CC052104-9A79-4E8F-A9AF-8EE6AC42421F}" srcId="{5360C290-68DD-44A3-AA68-2FAB1CCCE19B}" destId="{E89E7C43-9970-4247-AEC6-8BF89A099D04}" srcOrd="0" destOrd="0" parTransId="{8F0FF340-5C30-435C-8273-17D59AC619C7}" sibTransId="{7F9C6DA7-841B-4C75-9A5E-017C702701EB}"/>
    <dgm:cxn modelId="{F1FC1947-CE06-4D15-9DAE-CE26C4FB14B2}" srcId="{E89E7C43-9970-4247-AEC6-8BF89A099D04}" destId="{436FC2D3-E736-4533-BAD3-51C7B4B1F73C}" srcOrd="2" destOrd="0" parTransId="{83D5712D-365F-4A0A-9708-F3733688E4E8}" sibTransId="{9F443609-2BF8-4BC8-AAEA-7FC12C9D4DEF}"/>
    <dgm:cxn modelId="{BED2FD4A-13BD-4E3D-8112-73CB7DC9400A}" type="presOf" srcId="{761C0C5D-0A6F-4FF4-9663-5CF138847A35}" destId="{87EF3460-98E6-4D86-9A53-ECA3C7A0713B}" srcOrd="0" destOrd="0" presId="urn:microsoft.com/office/officeart/2005/8/layout/process4"/>
    <dgm:cxn modelId="{7AF4DC11-63B8-4027-9B25-BEE9110AE555}" type="presOf" srcId="{4F9E995D-FD48-4A0E-B642-6C9706DCEC13}" destId="{3D36DF9F-F2CB-4768-A530-4D4111DF9610}" srcOrd="0" destOrd="0" presId="urn:microsoft.com/office/officeart/2005/8/layout/process4"/>
    <dgm:cxn modelId="{873CA9EF-0C77-4694-820C-1B6D70C641C2}" srcId="{E89E7C43-9970-4247-AEC6-8BF89A099D04}" destId="{94B4FFC9-B9E2-40BC-B59D-9AEC4FA0F892}" srcOrd="5" destOrd="0" parTransId="{166B3153-9D0B-420D-B8C3-FF3AF155A77E}" sibTransId="{D3D1B6A0-DAB4-44FC-BA62-73C6108EA4A2}"/>
    <dgm:cxn modelId="{E996A7BB-57CE-4E50-93CD-342DCFA7C59F}" type="presOf" srcId="{5360C290-68DD-44A3-AA68-2FAB1CCCE19B}" destId="{B8368C58-A43A-4AF4-BE54-2C669E6EE744}" srcOrd="0" destOrd="0" presId="urn:microsoft.com/office/officeart/2005/8/layout/process4"/>
    <dgm:cxn modelId="{9A491633-CC45-4C52-A068-45156600A822}" srcId="{E89E7C43-9970-4247-AEC6-8BF89A099D04}" destId="{4F9E995D-FD48-4A0E-B642-6C9706DCEC13}" srcOrd="3" destOrd="0" parTransId="{B3B445E4-FBC9-447F-9C23-C512B4E5191E}" sibTransId="{693BAC35-65C9-4A65-B611-F9A005490D99}"/>
    <dgm:cxn modelId="{B20164D6-697B-4DFA-A968-87228A98B4EA}" type="presOf" srcId="{FEB308D8-305C-44D0-B8D3-E68C0D8A67BF}" destId="{CACE79C5-A8CD-43EA-9C7C-801947030806}" srcOrd="0" destOrd="0" presId="urn:microsoft.com/office/officeart/2005/8/layout/process4"/>
    <dgm:cxn modelId="{8E5C7901-3B93-4628-9A0D-EB991DF89CA1}" srcId="{E89E7C43-9970-4247-AEC6-8BF89A099D04}" destId="{761C0C5D-0A6F-4FF4-9663-5CF138847A35}" srcOrd="1" destOrd="0" parTransId="{85360D51-22D2-4077-9501-00F7648F62F1}" sibTransId="{AC0483CD-C386-49DA-8D26-8AEC217D0555}"/>
    <dgm:cxn modelId="{4670E274-DE30-498F-A4ED-C3CD3DCFD08A}" type="presOf" srcId="{94B4FFC9-B9E2-40BC-B59D-9AEC4FA0F892}" destId="{2328D9A1-E74D-4761-93B8-79F24AB0E2C0}" srcOrd="0" destOrd="0" presId="urn:microsoft.com/office/officeart/2005/8/layout/process4"/>
    <dgm:cxn modelId="{B97C1ED2-6AAC-482F-B3DA-AB2DA93F672A}" type="presOf" srcId="{42A52CAF-0FFD-45AA-9D23-95442168087C}" destId="{A65448B3-AE53-4364-A51B-8365FC220170}" srcOrd="0" destOrd="0" presId="urn:microsoft.com/office/officeart/2005/8/layout/process4"/>
    <dgm:cxn modelId="{40FAC6EC-16A1-461F-81E9-AB65D7B37886}" type="presOf" srcId="{E89E7C43-9970-4247-AEC6-8BF89A099D04}" destId="{276C6276-F759-49E3-A41B-CFA51B2FD67D}" srcOrd="1" destOrd="0" presId="urn:microsoft.com/office/officeart/2005/8/layout/process4"/>
    <dgm:cxn modelId="{DD391E25-3BD8-404B-A1EF-D59F35BC8CFE}" srcId="{E89E7C43-9970-4247-AEC6-8BF89A099D04}" destId="{FEB308D8-305C-44D0-B8D3-E68C0D8A67BF}" srcOrd="6" destOrd="0" parTransId="{21D38110-ABEA-4A21-A855-8D83A3C146D4}" sibTransId="{96389620-D30E-47AE-966B-9E3F091001B1}"/>
    <dgm:cxn modelId="{F26370F5-432B-423B-A673-3FFC5D65B91B}" srcId="{E89E7C43-9970-4247-AEC6-8BF89A099D04}" destId="{42A52CAF-0FFD-45AA-9D23-95442168087C}" srcOrd="4" destOrd="0" parTransId="{ADBAD833-5A07-4AAE-B946-C6E2725442B6}" sibTransId="{EAC4E201-F3D3-4C65-9C23-84F94BF77828}"/>
    <dgm:cxn modelId="{A857CD3C-5F86-410B-87F8-3532A1117304}" type="presOf" srcId="{E89E7C43-9970-4247-AEC6-8BF89A099D04}" destId="{E616E762-267E-48A2-A17F-56E0489B5422}" srcOrd="0" destOrd="0" presId="urn:microsoft.com/office/officeart/2005/8/layout/process4"/>
    <dgm:cxn modelId="{9921927F-2ADA-4824-AD52-A2F8D5781210}" srcId="{E89E7C43-9970-4247-AEC6-8BF89A099D04}" destId="{7D6B8165-4CC1-4ECC-A2FE-CF9A0CE7F7DC}" srcOrd="0" destOrd="0" parTransId="{50EFB3CD-8921-45AE-9B94-1551B21462CA}" sibTransId="{767F5F56-3962-43AD-A5B5-E2B0CB1D1549}"/>
    <dgm:cxn modelId="{AEFF0B96-4EF0-4F19-B1CE-7A0525962171}" type="presParOf" srcId="{B8368C58-A43A-4AF4-BE54-2C669E6EE744}" destId="{D0C80358-08B9-4E9B-8E2C-BBE68FCEB563}" srcOrd="0" destOrd="0" presId="urn:microsoft.com/office/officeart/2005/8/layout/process4"/>
    <dgm:cxn modelId="{536DF7DA-384B-4E34-A7A0-1FA2C0D5DA7C}" type="presParOf" srcId="{D0C80358-08B9-4E9B-8E2C-BBE68FCEB563}" destId="{E616E762-267E-48A2-A17F-56E0489B5422}" srcOrd="0" destOrd="0" presId="urn:microsoft.com/office/officeart/2005/8/layout/process4"/>
    <dgm:cxn modelId="{B5B3C74C-9543-45DC-BCDC-743AA3067031}" type="presParOf" srcId="{D0C80358-08B9-4E9B-8E2C-BBE68FCEB563}" destId="{276C6276-F759-49E3-A41B-CFA51B2FD67D}" srcOrd="1" destOrd="0" presId="urn:microsoft.com/office/officeart/2005/8/layout/process4"/>
    <dgm:cxn modelId="{4039C9BB-5B75-419D-93F2-FD309D6E13EB}" type="presParOf" srcId="{D0C80358-08B9-4E9B-8E2C-BBE68FCEB563}" destId="{C34BEF3F-56C4-4274-AE34-9F09E6EE1471}" srcOrd="2" destOrd="0" presId="urn:microsoft.com/office/officeart/2005/8/layout/process4"/>
    <dgm:cxn modelId="{972031B8-6FDC-4A64-A9B3-DB4249371CF4}" type="presParOf" srcId="{C34BEF3F-56C4-4274-AE34-9F09E6EE1471}" destId="{608DD59F-BF88-45AB-8C61-26BEEFD340B9}" srcOrd="0" destOrd="0" presId="urn:microsoft.com/office/officeart/2005/8/layout/process4"/>
    <dgm:cxn modelId="{1D218FFC-B8C5-459D-A636-320903D411EF}" type="presParOf" srcId="{C34BEF3F-56C4-4274-AE34-9F09E6EE1471}" destId="{87EF3460-98E6-4D86-9A53-ECA3C7A0713B}" srcOrd="1" destOrd="0" presId="urn:microsoft.com/office/officeart/2005/8/layout/process4"/>
    <dgm:cxn modelId="{D1B42DC4-8EDC-4ED1-8F96-9454E521CF1A}" type="presParOf" srcId="{C34BEF3F-56C4-4274-AE34-9F09E6EE1471}" destId="{CE5F755C-4EE6-4D61-B4AB-8E93221B191B}" srcOrd="2" destOrd="0" presId="urn:microsoft.com/office/officeart/2005/8/layout/process4"/>
    <dgm:cxn modelId="{E78DC550-5796-487E-BB20-ADF89C65462A}" type="presParOf" srcId="{C34BEF3F-56C4-4274-AE34-9F09E6EE1471}" destId="{3D36DF9F-F2CB-4768-A530-4D4111DF9610}" srcOrd="3" destOrd="0" presId="urn:microsoft.com/office/officeart/2005/8/layout/process4"/>
    <dgm:cxn modelId="{7AE1CDF3-0441-49CF-873B-0DFB7402EF6C}" type="presParOf" srcId="{C34BEF3F-56C4-4274-AE34-9F09E6EE1471}" destId="{A65448B3-AE53-4364-A51B-8365FC220170}" srcOrd="4" destOrd="0" presId="urn:microsoft.com/office/officeart/2005/8/layout/process4"/>
    <dgm:cxn modelId="{376BC46D-FC53-41D2-B04A-8A598F8ECD6A}" type="presParOf" srcId="{C34BEF3F-56C4-4274-AE34-9F09E6EE1471}" destId="{2328D9A1-E74D-4761-93B8-79F24AB0E2C0}" srcOrd="5" destOrd="0" presId="urn:microsoft.com/office/officeart/2005/8/layout/process4"/>
    <dgm:cxn modelId="{174548E6-941F-4EED-A08B-A6BFA5592FD4}" type="presParOf" srcId="{C34BEF3F-56C4-4274-AE34-9F09E6EE1471}" destId="{CACE79C5-A8CD-43EA-9C7C-801947030806}" srcOrd="6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45BBB0-7589-4894-9FFE-8C784C608CC9}" type="doc">
      <dgm:prSet loTypeId="urn:diagrams.loki3.com/TabbedArc+Icon" loCatId="relationship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84A07350-E5B3-4162-9960-F9C60BE6E62F}">
      <dgm:prSet/>
      <dgm:spPr/>
      <dgm:t>
        <a:bodyPr/>
        <a:lstStyle/>
        <a:p>
          <a:pPr algn="l"/>
          <a:r>
            <a:rPr lang="en-IN" b="1" strike="no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Entrepreneurial Strategies: </a:t>
          </a:r>
          <a:endParaRPr lang="en-IN" strike="noStrike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2D1578-7425-47CC-9326-0A607DD5268A}" type="parTrans" cxnId="{9BFCF8F2-B602-43C7-B207-BD24BF8AEF80}">
      <dgm:prSet/>
      <dgm:spPr/>
      <dgm:t>
        <a:bodyPr/>
        <a:lstStyle/>
        <a:p>
          <a:endParaRPr lang="en-IN"/>
        </a:p>
      </dgm:t>
    </dgm:pt>
    <dgm:pt modelId="{74083368-2744-44D2-A395-FC71643A4AF5}" type="sibTrans" cxnId="{9BFCF8F2-B602-43C7-B207-BD24BF8AEF80}">
      <dgm:prSet/>
      <dgm:spPr/>
      <dgm:t>
        <a:bodyPr/>
        <a:lstStyle/>
        <a:p>
          <a:endParaRPr lang="en-IN"/>
        </a:p>
      </dgm:t>
    </dgm:pt>
    <dgm:pt modelId="{86A9F430-FAB2-4D45-A080-D8EDF6D35C66}">
      <dgm:prSet/>
      <dgm:spPr/>
      <dgm:t>
        <a:bodyPr/>
        <a:lstStyle/>
        <a:p>
          <a:pPr algn="just"/>
          <a:r>
            <a:rPr lang="en-IN" b="1" strike="noStrike" dirty="0"/>
            <a:t>Differentiation Entrepreneurial Strategy- </a:t>
          </a:r>
          <a:r>
            <a:rPr lang="en-IN" strike="noStrike" dirty="0"/>
            <a:t>This strategy encourages business owners to concentrate on creating goods or services that stand out from the competition due to their special qualities, high standards, or creative features.</a:t>
          </a:r>
        </a:p>
      </dgm:t>
    </dgm:pt>
    <dgm:pt modelId="{BE279E61-09CD-460D-B732-06936BBCC0BD}" type="parTrans" cxnId="{55229085-2411-4BF9-88AA-3099F488430E}">
      <dgm:prSet/>
      <dgm:spPr/>
      <dgm:t>
        <a:bodyPr/>
        <a:lstStyle/>
        <a:p>
          <a:endParaRPr lang="en-IN"/>
        </a:p>
      </dgm:t>
    </dgm:pt>
    <dgm:pt modelId="{9390E610-DD78-4CD6-BACC-F276741CDEF6}" type="sibTrans" cxnId="{55229085-2411-4BF9-88AA-3099F488430E}">
      <dgm:prSet/>
      <dgm:spPr/>
      <dgm:t>
        <a:bodyPr/>
        <a:lstStyle/>
        <a:p>
          <a:endParaRPr lang="en-IN"/>
        </a:p>
      </dgm:t>
    </dgm:pt>
    <dgm:pt modelId="{CFE2EFD3-CDA6-4E42-AD1A-A4B3B7722356}">
      <dgm:prSet/>
      <dgm:spPr/>
      <dgm:t>
        <a:bodyPr/>
        <a:lstStyle/>
        <a:p>
          <a:pPr algn="just"/>
          <a:r>
            <a:rPr lang="en-IN" b="1" strike="noStrike" dirty="0"/>
            <a:t>Cost Leadership Entrepreneurial Strategy</a:t>
          </a:r>
          <a:endParaRPr lang="en-IN" strike="noStrike" dirty="0"/>
        </a:p>
      </dgm:t>
    </dgm:pt>
    <dgm:pt modelId="{C8386934-05E5-491C-B3F6-33ECF8FC204B}" type="parTrans" cxnId="{1FDF023E-BFE2-43AD-8B6B-B667B60AED11}">
      <dgm:prSet/>
      <dgm:spPr/>
      <dgm:t>
        <a:bodyPr/>
        <a:lstStyle/>
        <a:p>
          <a:endParaRPr lang="en-IN"/>
        </a:p>
      </dgm:t>
    </dgm:pt>
    <dgm:pt modelId="{D5918AA8-A240-4F41-AA44-B1606CC9347C}" type="sibTrans" cxnId="{1FDF023E-BFE2-43AD-8B6B-B667B60AED11}">
      <dgm:prSet/>
      <dgm:spPr/>
      <dgm:t>
        <a:bodyPr/>
        <a:lstStyle/>
        <a:p>
          <a:endParaRPr lang="en-IN"/>
        </a:p>
      </dgm:t>
    </dgm:pt>
    <dgm:pt modelId="{F5894BBD-C393-4B98-85EF-DB5938272959}">
      <dgm:prSet/>
      <dgm:spPr/>
      <dgm:t>
        <a:bodyPr/>
        <a:lstStyle/>
        <a:p>
          <a:pPr algn="just"/>
          <a:r>
            <a:rPr lang="en-IN" b="1" strike="noStrike" dirty="0"/>
            <a:t>Niche Market Targeting Entrepreneurial Strategy - </a:t>
          </a:r>
          <a:r>
            <a:rPr lang="en-IN" strike="noStrike" dirty="0"/>
            <a:t>The niche market targeting entrepreneurial strategy is a focused approach that aims to capture a specific segment of customers with unique needs or preferences.</a:t>
          </a:r>
        </a:p>
      </dgm:t>
    </dgm:pt>
    <dgm:pt modelId="{73097528-9E95-4E99-9B00-52209E54B139}" type="parTrans" cxnId="{C3209381-A874-4FC7-9C8D-1EABC2F4D586}">
      <dgm:prSet/>
      <dgm:spPr/>
      <dgm:t>
        <a:bodyPr/>
        <a:lstStyle/>
        <a:p>
          <a:endParaRPr lang="en-IN"/>
        </a:p>
      </dgm:t>
    </dgm:pt>
    <dgm:pt modelId="{2F68F442-5E8C-436B-87A5-D6CD6350974F}" type="sibTrans" cxnId="{C3209381-A874-4FC7-9C8D-1EABC2F4D586}">
      <dgm:prSet/>
      <dgm:spPr/>
      <dgm:t>
        <a:bodyPr/>
        <a:lstStyle/>
        <a:p>
          <a:endParaRPr lang="en-IN"/>
        </a:p>
      </dgm:t>
    </dgm:pt>
    <dgm:pt modelId="{C6A5D264-7EA1-4629-9CD4-1D41732C4757}">
      <dgm:prSet/>
      <dgm:spPr/>
      <dgm:t>
        <a:bodyPr/>
        <a:lstStyle/>
        <a:p>
          <a:pPr algn="just"/>
          <a:r>
            <a:rPr lang="en-IN" b="1" strike="noStrike" dirty="0"/>
            <a:t>Innovation and Disruption Entrepreneurial Strategy - </a:t>
          </a:r>
          <a:endParaRPr lang="en-IN" strike="noStrike" dirty="0"/>
        </a:p>
      </dgm:t>
    </dgm:pt>
    <dgm:pt modelId="{2AA58C3C-9948-4C76-B78E-FC2DBE83145B}" type="parTrans" cxnId="{A669897F-8C09-46F4-9304-ADF5B0E25089}">
      <dgm:prSet/>
      <dgm:spPr/>
      <dgm:t>
        <a:bodyPr/>
        <a:lstStyle/>
        <a:p>
          <a:endParaRPr lang="en-IN"/>
        </a:p>
      </dgm:t>
    </dgm:pt>
    <dgm:pt modelId="{65A8BDC9-F243-49BB-A4DD-0B0C3B481E15}" type="sibTrans" cxnId="{A669897F-8C09-46F4-9304-ADF5B0E25089}">
      <dgm:prSet/>
      <dgm:spPr/>
      <dgm:t>
        <a:bodyPr/>
        <a:lstStyle/>
        <a:p>
          <a:endParaRPr lang="en-IN"/>
        </a:p>
      </dgm:t>
    </dgm:pt>
    <dgm:pt modelId="{6DB12DAF-6026-48BA-9F10-43F825934811}">
      <dgm:prSet/>
      <dgm:spPr/>
      <dgm:t>
        <a:bodyPr/>
        <a:lstStyle/>
        <a:p>
          <a:pPr algn="just"/>
          <a:r>
            <a:rPr lang="en-IN" b="1" strike="noStrike" dirty="0"/>
            <a:t>Strategic Partnerships and Alliances Entrepreneurial Strategy</a:t>
          </a:r>
          <a:endParaRPr lang="en-IN" strike="noStrike" dirty="0"/>
        </a:p>
      </dgm:t>
    </dgm:pt>
    <dgm:pt modelId="{9FB9BC90-54D9-4410-9AB1-138EF9FE6014}" type="parTrans" cxnId="{A8AFAAD2-EC39-405B-9D33-965B23B39F06}">
      <dgm:prSet/>
      <dgm:spPr/>
      <dgm:t>
        <a:bodyPr/>
        <a:lstStyle/>
        <a:p>
          <a:endParaRPr lang="en-IN"/>
        </a:p>
      </dgm:t>
    </dgm:pt>
    <dgm:pt modelId="{6024B76F-CF97-4811-A1BF-40B1FE9AB12E}" type="sibTrans" cxnId="{A8AFAAD2-EC39-405B-9D33-965B23B39F06}">
      <dgm:prSet/>
      <dgm:spPr/>
      <dgm:t>
        <a:bodyPr/>
        <a:lstStyle/>
        <a:p>
          <a:endParaRPr lang="en-IN"/>
        </a:p>
      </dgm:t>
    </dgm:pt>
    <dgm:pt modelId="{C2F9EAD8-7575-42CD-8976-89D85BD977A5}">
      <dgm:prSet/>
      <dgm:spPr/>
      <dgm:t>
        <a:bodyPr/>
        <a:lstStyle/>
        <a:p>
          <a:pPr algn="just"/>
          <a:r>
            <a:rPr lang="en-IN" b="1" strike="noStrike" dirty="0"/>
            <a:t>Market Segmentation Entrepreneurial Strategy - </a:t>
          </a:r>
          <a:r>
            <a:rPr lang="en-IN" strike="noStrike" dirty="0"/>
            <a:t>a broader market into distinct segments based on specific characteristics, such as demographics,</a:t>
          </a:r>
        </a:p>
      </dgm:t>
    </dgm:pt>
    <dgm:pt modelId="{12CC9F06-E074-41C7-AA39-420AF4763308}" type="parTrans" cxnId="{CE81B13F-273D-404E-819C-DC8FB1190A0C}">
      <dgm:prSet/>
      <dgm:spPr/>
      <dgm:t>
        <a:bodyPr/>
        <a:lstStyle/>
        <a:p>
          <a:endParaRPr lang="en-IN"/>
        </a:p>
      </dgm:t>
    </dgm:pt>
    <dgm:pt modelId="{07AAC20D-1B95-4848-882E-1FB0F680890F}" type="sibTrans" cxnId="{CE81B13F-273D-404E-819C-DC8FB1190A0C}">
      <dgm:prSet/>
      <dgm:spPr/>
      <dgm:t>
        <a:bodyPr/>
        <a:lstStyle/>
        <a:p>
          <a:endParaRPr lang="en-IN"/>
        </a:p>
      </dgm:t>
    </dgm:pt>
    <dgm:pt modelId="{A06A238E-6E36-4D8C-A723-99C6D43ACA4C}">
      <dgm:prSet/>
      <dgm:spPr/>
      <dgm:t>
        <a:bodyPr/>
        <a:lstStyle/>
        <a:p>
          <a:pPr algn="just"/>
          <a:r>
            <a:rPr lang="en-IN" b="1" strike="noStrike" dirty="0"/>
            <a:t>Diversification Entrepreneurial Strategy - </a:t>
          </a:r>
          <a:r>
            <a:rPr lang="en-IN" strike="noStrike" dirty="0"/>
            <a:t>expanding a business’s product or service offerings into new markets or industries.</a:t>
          </a:r>
        </a:p>
      </dgm:t>
    </dgm:pt>
    <dgm:pt modelId="{F4DDDF40-F801-4B02-94B8-0B75D688E803}" type="parTrans" cxnId="{40992926-00E1-448A-9F6A-5D27D2A1DDA7}">
      <dgm:prSet/>
      <dgm:spPr/>
      <dgm:t>
        <a:bodyPr/>
        <a:lstStyle/>
        <a:p>
          <a:endParaRPr lang="en-IN"/>
        </a:p>
      </dgm:t>
    </dgm:pt>
    <dgm:pt modelId="{10A8EF10-488E-4D1F-9E55-BFA2350F63E4}" type="sibTrans" cxnId="{40992926-00E1-448A-9F6A-5D27D2A1DDA7}">
      <dgm:prSet/>
      <dgm:spPr/>
      <dgm:t>
        <a:bodyPr/>
        <a:lstStyle/>
        <a:p>
          <a:endParaRPr lang="en-IN"/>
        </a:p>
      </dgm:t>
    </dgm:pt>
    <dgm:pt modelId="{2B642855-F2C4-445A-AEAC-DAEDDB67EEC7}">
      <dgm:prSet/>
      <dgm:spPr/>
      <dgm:t>
        <a:bodyPr/>
        <a:lstStyle/>
        <a:p>
          <a:pPr algn="just"/>
          <a:r>
            <a:rPr lang="en-IN" b="1" strike="noStrike" dirty="0"/>
            <a:t>Product Development Entrepreneurial Strategy</a:t>
          </a:r>
          <a:endParaRPr lang="en-IN" strike="noStrike" dirty="0"/>
        </a:p>
      </dgm:t>
    </dgm:pt>
    <dgm:pt modelId="{BE2AC207-B90C-4BF5-A53B-628BC499A0AB}" type="parTrans" cxnId="{BA0C94B9-A8CE-4258-A965-D86E7BAE1955}">
      <dgm:prSet/>
      <dgm:spPr/>
      <dgm:t>
        <a:bodyPr/>
        <a:lstStyle/>
        <a:p>
          <a:endParaRPr lang="en-IN"/>
        </a:p>
      </dgm:t>
    </dgm:pt>
    <dgm:pt modelId="{CFE78733-3FB1-4144-8C3A-6894064F540A}" type="sibTrans" cxnId="{BA0C94B9-A8CE-4258-A965-D86E7BAE1955}">
      <dgm:prSet/>
      <dgm:spPr/>
      <dgm:t>
        <a:bodyPr/>
        <a:lstStyle/>
        <a:p>
          <a:endParaRPr lang="en-IN"/>
        </a:p>
      </dgm:t>
    </dgm:pt>
    <dgm:pt modelId="{3E7EC0DC-E68B-45B2-80B4-4E27332B7B2A}">
      <dgm:prSet/>
      <dgm:spPr/>
      <dgm:t>
        <a:bodyPr/>
        <a:lstStyle/>
        <a:p>
          <a:pPr algn="just"/>
          <a:r>
            <a:rPr lang="en-IN" b="1" strike="noStrike" dirty="0"/>
            <a:t>Market Penetration Entrepreneurial Strategy</a:t>
          </a:r>
          <a:endParaRPr lang="en-IN" strike="noStrike" dirty="0"/>
        </a:p>
      </dgm:t>
    </dgm:pt>
    <dgm:pt modelId="{42CB6A72-B411-4004-B458-128536404CEA}" type="parTrans" cxnId="{3479A5CF-9DD0-4212-8BF0-3007652D3853}">
      <dgm:prSet/>
      <dgm:spPr/>
      <dgm:t>
        <a:bodyPr/>
        <a:lstStyle/>
        <a:p>
          <a:endParaRPr lang="en-IN"/>
        </a:p>
      </dgm:t>
    </dgm:pt>
    <dgm:pt modelId="{81B60129-8137-48E9-B609-5A9064D25B50}" type="sibTrans" cxnId="{3479A5CF-9DD0-4212-8BF0-3007652D3853}">
      <dgm:prSet/>
      <dgm:spPr/>
      <dgm:t>
        <a:bodyPr/>
        <a:lstStyle/>
        <a:p>
          <a:endParaRPr lang="en-IN"/>
        </a:p>
      </dgm:t>
    </dgm:pt>
    <dgm:pt modelId="{7F276EF7-B16C-4A53-805E-F24CBF3BA5BC}">
      <dgm:prSet/>
      <dgm:spPr/>
      <dgm:t>
        <a:bodyPr/>
        <a:lstStyle/>
        <a:p>
          <a:pPr algn="just"/>
          <a:r>
            <a:rPr lang="en-IN" b="1" strike="noStrike" dirty="0"/>
            <a:t>Franchising Entrepreneurial Strategy</a:t>
          </a:r>
          <a:endParaRPr lang="en-IN" strike="noStrike" dirty="0"/>
        </a:p>
      </dgm:t>
    </dgm:pt>
    <dgm:pt modelId="{372EF265-405F-49C5-8AC8-B47DB68D7354}" type="parTrans" cxnId="{E1BFD81E-5104-468D-896B-159B597E1B29}">
      <dgm:prSet/>
      <dgm:spPr/>
      <dgm:t>
        <a:bodyPr/>
        <a:lstStyle/>
        <a:p>
          <a:endParaRPr lang="en-IN"/>
        </a:p>
      </dgm:t>
    </dgm:pt>
    <dgm:pt modelId="{9A48591D-608A-4F77-A824-FE8B2A24B293}" type="sibTrans" cxnId="{E1BFD81E-5104-468D-896B-159B597E1B29}">
      <dgm:prSet/>
      <dgm:spPr/>
      <dgm:t>
        <a:bodyPr/>
        <a:lstStyle/>
        <a:p>
          <a:endParaRPr lang="en-IN"/>
        </a:p>
      </dgm:t>
    </dgm:pt>
    <dgm:pt modelId="{7FFDFB3E-5201-4974-A984-E729DAE95867}">
      <dgm:prSet/>
      <dgm:spPr/>
      <dgm:t>
        <a:bodyPr/>
        <a:lstStyle/>
        <a:p>
          <a:pPr algn="just"/>
          <a:r>
            <a:rPr lang="en-IN" b="1" strike="noStrike" dirty="0"/>
            <a:t>Blue Ocean Entrepreneurial Strategy - </a:t>
          </a:r>
          <a:r>
            <a:rPr lang="en-IN" strike="noStrike" dirty="0"/>
            <a:t>The Blue Ocean Strategy is an entrepreneurial strategy that focuses on creating new market spaces where competition is minimal or non-existent.</a:t>
          </a:r>
        </a:p>
      </dgm:t>
    </dgm:pt>
    <dgm:pt modelId="{E51D8A92-2B8B-4E09-A2C1-30A00CC97409}" type="parTrans" cxnId="{7EF63097-DA3B-4842-A9C7-63FE7CA14D15}">
      <dgm:prSet/>
      <dgm:spPr/>
      <dgm:t>
        <a:bodyPr/>
        <a:lstStyle/>
        <a:p>
          <a:endParaRPr lang="en-IN"/>
        </a:p>
      </dgm:t>
    </dgm:pt>
    <dgm:pt modelId="{A5A02656-F598-43C0-9672-F9DF5D9FA866}" type="sibTrans" cxnId="{7EF63097-DA3B-4842-A9C7-63FE7CA14D15}">
      <dgm:prSet/>
      <dgm:spPr/>
      <dgm:t>
        <a:bodyPr/>
        <a:lstStyle/>
        <a:p>
          <a:endParaRPr lang="en-IN"/>
        </a:p>
      </dgm:t>
    </dgm:pt>
    <dgm:pt modelId="{4CC17E23-FC94-41DD-8A96-70E053D18A9B}" type="pres">
      <dgm:prSet presAssocID="{6745BBB0-7589-4894-9FFE-8C784C608CC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FB1108B-870F-4616-AEE4-92FA48928BE1}" type="pres">
      <dgm:prSet presAssocID="{84A07350-E5B3-4162-9960-F9C60BE6E62F}" presName="one" presStyleLbl="node1" presStyleIdx="0" presStyleCnt="1" custScaleX="115706" custRadScaleRad="99792" custRadScaleInc="3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8AFAAD2-EC39-405B-9D33-965B23B39F06}" srcId="{84A07350-E5B3-4162-9960-F9C60BE6E62F}" destId="{6DB12DAF-6026-48BA-9F10-43F825934811}" srcOrd="4" destOrd="0" parTransId="{9FB9BC90-54D9-4410-9AB1-138EF9FE6014}" sibTransId="{6024B76F-CF97-4811-A1BF-40B1FE9AB12E}"/>
    <dgm:cxn modelId="{C93EB9E1-DE51-4525-9964-C2DAEFD2C1DD}" type="presOf" srcId="{F5894BBD-C393-4B98-85EF-DB5938272959}" destId="{EFB1108B-870F-4616-AEE4-92FA48928BE1}" srcOrd="0" destOrd="3" presId="urn:diagrams.loki3.com/TabbedArc+Icon"/>
    <dgm:cxn modelId="{40992926-00E1-448A-9F6A-5D27D2A1DDA7}" srcId="{84A07350-E5B3-4162-9960-F9C60BE6E62F}" destId="{A06A238E-6E36-4D8C-A723-99C6D43ACA4C}" srcOrd="6" destOrd="0" parTransId="{F4DDDF40-F801-4B02-94B8-0B75D688E803}" sibTransId="{10A8EF10-488E-4D1F-9E55-BFA2350F63E4}"/>
    <dgm:cxn modelId="{83D51F64-883B-46AD-92F9-76EB8BF0B9E9}" type="presOf" srcId="{84A07350-E5B3-4162-9960-F9C60BE6E62F}" destId="{EFB1108B-870F-4616-AEE4-92FA48928BE1}" srcOrd="0" destOrd="0" presId="urn:diagrams.loki3.com/TabbedArc+Icon"/>
    <dgm:cxn modelId="{43669560-4E83-49E8-B150-C4FBF8428F4D}" type="presOf" srcId="{3E7EC0DC-E68B-45B2-80B4-4E27332B7B2A}" destId="{EFB1108B-870F-4616-AEE4-92FA48928BE1}" srcOrd="0" destOrd="9" presId="urn:diagrams.loki3.com/TabbedArc+Icon"/>
    <dgm:cxn modelId="{1FDF023E-BFE2-43AD-8B6B-B667B60AED11}" srcId="{84A07350-E5B3-4162-9960-F9C60BE6E62F}" destId="{CFE2EFD3-CDA6-4E42-AD1A-A4B3B7722356}" srcOrd="1" destOrd="0" parTransId="{C8386934-05E5-491C-B3F6-33ECF8FC204B}" sibTransId="{D5918AA8-A240-4F41-AA44-B1606CC9347C}"/>
    <dgm:cxn modelId="{FB5C737A-DB5E-46FC-BDF3-6D23D6D4B9B1}" type="presOf" srcId="{7FFDFB3E-5201-4974-A984-E729DAE95867}" destId="{EFB1108B-870F-4616-AEE4-92FA48928BE1}" srcOrd="0" destOrd="11" presId="urn:diagrams.loki3.com/TabbedArc+Icon"/>
    <dgm:cxn modelId="{14593B43-FA8F-4D44-A549-64D7157B5D2E}" type="presOf" srcId="{CFE2EFD3-CDA6-4E42-AD1A-A4B3B7722356}" destId="{EFB1108B-870F-4616-AEE4-92FA48928BE1}" srcOrd="0" destOrd="2" presId="urn:diagrams.loki3.com/TabbedArc+Icon"/>
    <dgm:cxn modelId="{A669897F-8C09-46F4-9304-ADF5B0E25089}" srcId="{84A07350-E5B3-4162-9960-F9C60BE6E62F}" destId="{C6A5D264-7EA1-4629-9CD4-1D41732C4757}" srcOrd="3" destOrd="0" parTransId="{2AA58C3C-9948-4C76-B78E-FC2DBE83145B}" sibTransId="{65A8BDC9-F243-49BB-A4DD-0B0C3B481E15}"/>
    <dgm:cxn modelId="{66869F14-B04C-45DC-9551-F54ED536BE53}" type="presOf" srcId="{A06A238E-6E36-4D8C-A723-99C6D43ACA4C}" destId="{EFB1108B-870F-4616-AEE4-92FA48928BE1}" srcOrd="0" destOrd="7" presId="urn:diagrams.loki3.com/TabbedArc+Icon"/>
    <dgm:cxn modelId="{E1BFD81E-5104-468D-896B-159B597E1B29}" srcId="{84A07350-E5B3-4162-9960-F9C60BE6E62F}" destId="{7F276EF7-B16C-4A53-805E-F24CBF3BA5BC}" srcOrd="9" destOrd="0" parTransId="{372EF265-405F-49C5-8AC8-B47DB68D7354}" sibTransId="{9A48591D-608A-4F77-A824-FE8B2A24B293}"/>
    <dgm:cxn modelId="{0093D650-6991-453D-B51C-0BFDA15FFC55}" type="presOf" srcId="{7F276EF7-B16C-4A53-805E-F24CBF3BA5BC}" destId="{EFB1108B-870F-4616-AEE4-92FA48928BE1}" srcOrd="0" destOrd="10" presId="urn:diagrams.loki3.com/TabbedArc+Icon"/>
    <dgm:cxn modelId="{227A74D7-57AB-41F8-BE4C-ED7799E2D887}" type="presOf" srcId="{2B642855-F2C4-445A-AEAC-DAEDDB67EEC7}" destId="{EFB1108B-870F-4616-AEE4-92FA48928BE1}" srcOrd="0" destOrd="8" presId="urn:diagrams.loki3.com/TabbedArc+Icon"/>
    <dgm:cxn modelId="{039F45F1-82D8-4E44-9B57-2A6385B202BE}" type="presOf" srcId="{C6A5D264-7EA1-4629-9CD4-1D41732C4757}" destId="{EFB1108B-870F-4616-AEE4-92FA48928BE1}" srcOrd="0" destOrd="4" presId="urn:diagrams.loki3.com/TabbedArc+Icon"/>
    <dgm:cxn modelId="{F9BFF0E6-9C6A-4CC2-A232-E1CC0DA8FF78}" type="presOf" srcId="{6745BBB0-7589-4894-9FFE-8C784C608CC9}" destId="{4CC17E23-FC94-41DD-8A96-70E053D18A9B}" srcOrd="0" destOrd="0" presId="urn:diagrams.loki3.com/TabbedArc+Icon"/>
    <dgm:cxn modelId="{38A0B720-92AA-4E33-A055-5C24FC8FD8E9}" type="presOf" srcId="{6DB12DAF-6026-48BA-9F10-43F825934811}" destId="{EFB1108B-870F-4616-AEE4-92FA48928BE1}" srcOrd="0" destOrd="5" presId="urn:diagrams.loki3.com/TabbedArc+Icon"/>
    <dgm:cxn modelId="{9BFCF8F2-B602-43C7-B207-BD24BF8AEF80}" srcId="{6745BBB0-7589-4894-9FFE-8C784C608CC9}" destId="{84A07350-E5B3-4162-9960-F9C60BE6E62F}" srcOrd="0" destOrd="0" parTransId="{012D1578-7425-47CC-9326-0A607DD5268A}" sibTransId="{74083368-2744-44D2-A395-FC71643A4AF5}"/>
    <dgm:cxn modelId="{3479A5CF-9DD0-4212-8BF0-3007652D3853}" srcId="{84A07350-E5B3-4162-9960-F9C60BE6E62F}" destId="{3E7EC0DC-E68B-45B2-80B4-4E27332B7B2A}" srcOrd="8" destOrd="0" parTransId="{42CB6A72-B411-4004-B458-128536404CEA}" sibTransId="{81B60129-8137-48E9-B609-5A9064D25B50}"/>
    <dgm:cxn modelId="{7EF63097-DA3B-4842-A9C7-63FE7CA14D15}" srcId="{84A07350-E5B3-4162-9960-F9C60BE6E62F}" destId="{7FFDFB3E-5201-4974-A984-E729DAE95867}" srcOrd="10" destOrd="0" parTransId="{E51D8A92-2B8B-4E09-A2C1-30A00CC97409}" sibTransId="{A5A02656-F598-43C0-9672-F9DF5D9FA866}"/>
    <dgm:cxn modelId="{77F09C23-6EE4-4C9C-A720-16D5D8699DC1}" type="presOf" srcId="{C2F9EAD8-7575-42CD-8976-89D85BD977A5}" destId="{EFB1108B-870F-4616-AEE4-92FA48928BE1}" srcOrd="0" destOrd="6" presId="urn:diagrams.loki3.com/TabbedArc+Icon"/>
    <dgm:cxn modelId="{55229085-2411-4BF9-88AA-3099F488430E}" srcId="{84A07350-E5B3-4162-9960-F9C60BE6E62F}" destId="{86A9F430-FAB2-4D45-A080-D8EDF6D35C66}" srcOrd="0" destOrd="0" parTransId="{BE279E61-09CD-460D-B732-06936BBCC0BD}" sibTransId="{9390E610-DD78-4CD6-BACC-F276741CDEF6}"/>
    <dgm:cxn modelId="{C3209381-A874-4FC7-9C8D-1EABC2F4D586}" srcId="{84A07350-E5B3-4162-9960-F9C60BE6E62F}" destId="{F5894BBD-C393-4B98-85EF-DB5938272959}" srcOrd="2" destOrd="0" parTransId="{73097528-9E95-4E99-9B00-52209E54B139}" sibTransId="{2F68F442-5E8C-436B-87A5-D6CD6350974F}"/>
    <dgm:cxn modelId="{CE81B13F-273D-404E-819C-DC8FB1190A0C}" srcId="{84A07350-E5B3-4162-9960-F9C60BE6E62F}" destId="{C2F9EAD8-7575-42CD-8976-89D85BD977A5}" srcOrd="5" destOrd="0" parTransId="{12CC9F06-E074-41C7-AA39-420AF4763308}" sibTransId="{07AAC20D-1B95-4848-882E-1FB0F680890F}"/>
    <dgm:cxn modelId="{BA0C94B9-A8CE-4258-A965-D86E7BAE1955}" srcId="{84A07350-E5B3-4162-9960-F9C60BE6E62F}" destId="{2B642855-F2C4-445A-AEAC-DAEDDB67EEC7}" srcOrd="7" destOrd="0" parTransId="{BE2AC207-B90C-4BF5-A53B-628BC499A0AB}" sibTransId="{CFE78733-3FB1-4144-8C3A-6894064F540A}"/>
    <dgm:cxn modelId="{CDC1C38A-2650-4C0D-B63B-E5E2D2AC11A4}" type="presOf" srcId="{86A9F430-FAB2-4D45-A080-D8EDF6D35C66}" destId="{EFB1108B-870F-4616-AEE4-92FA48928BE1}" srcOrd="0" destOrd="1" presId="urn:diagrams.loki3.com/TabbedArc+Icon"/>
    <dgm:cxn modelId="{1A16716D-1149-4FBB-9B67-36655F731B8B}" type="presParOf" srcId="{4CC17E23-FC94-41DD-8A96-70E053D18A9B}" destId="{EFB1108B-870F-4616-AEE4-92FA48928BE1}" srcOrd="0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6D6A7A-F678-4571-BC3E-6A107026D6AD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6FF519ED-77F7-4ACD-9C25-802490FC1286}">
      <dgm:prSet/>
      <dgm:spPr/>
      <dgm:t>
        <a:bodyPr/>
        <a:lstStyle/>
        <a:p>
          <a:r>
            <a:rPr lang="en-IN"/>
            <a:t>Vertical Integration Entrepreneurial Strategy- The entrepreneurial strategy of vertical integration entails the extension of a company’s activities by the acquisition or control of numerous supply chain stages, from the procurement of raw materials through the distribution of the finished good or service.</a:t>
          </a:r>
        </a:p>
      </dgm:t>
    </dgm:pt>
    <dgm:pt modelId="{F0DF7E6E-BF24-4815-8F87-4817839C5668}" type="parTrans" cxnId="{DC064170-F081-42E1-8BF9-6FB6F348142D}">
      <dgm:prSet/>
      <dgm:spPr/>
      <dgm:t>
        <a:bodyPr/>
        <a:lstStyle/>
        <a:p>
          <a:endParaRPr lang="en-IN"/>
        </a:p>
      </dgm:t>
    </dgm:pt>
    <dgm:pt modelId="{825E0D04-D103-4A80-A7F0-5241AE9E0A81}" type="sibTrans" cxnId="{DC064170-F081-42E1-8BF9-6FB6F348142D}">
      <dgm:prSet/>
      <dgm:spPr/>
      <dgm:t>
        <a:bodyPr/>
        <a:lstStyle/>
        <a:p>
          <a:endParaRPr lang="en-IN"/>
        </a:p>
      </dgm:t>
    </dgm:pt>
    <dgm:pt modelId="{8DF6491B-FB32-4779-8B05-DA8AD0819475}">
      <dgm:prSet/>
      <dgm:spPr/>
      <dgm:t>
        <a:bodyPr/>
        <a:lstStyle/>
        <a:p>
          <a:r>
            <a:rPr lang="en-IN"/>
            <a:t>Value Chain Analysis Entrepreneurial Strategy - The Value Chain Analysis entrepreneurial strategy involves identifying and analysing the various activities and processes that create value within a business.</a:t>
          </a:r>
        </a:p>
      </dgm:t>
    </dgm:pt>
    <dgm:pt modelId="{93FD5DC5-5F05-446A-A0A3-2BEC58816878}" type="parTrans" cxnId="{D269A4D7-2450-4646-BB4C-4992C4A57C23}">
      <dgm:prSet/>
      <dgm:spPr/>
      <dgm:t>
        <a:bodyPr/>
        <a:lstStyle/>
        <a:p>
          <a:endParaRPr lang="en-IN"/>
        </a:p>
      </dgm:t>
    </dgm:pt>
    <dgm:pt modelId="{6B1D6C5A-E5BD-4E1F-9B9F-4F20925FA42A}" type="sibTrans" cxnId="{D269A4D7-2450-4646-BB4C-4992C4A57C23}">
      <dgm:prSet/>
      <dgm:spPr/>
      <dgm:t>
        <a:bodyPr/>
        <a:lstStyle/>
        <a:p>
          <a:endParaRPr lang="en-IN"/>
        </a:p>
      </dgm:t>
    </dgm:pt>
    <dgm:pt modelId="{88277A01-10DF-4469-A021-0E649FA87188}">
      <dgm:prSet/>
      <dgm:spPr/>
      <dgm:t>
        <a:bodyPr/>
        <a:lstStyle/>
        <a:p>
          <a:r>
            <a:rPr lang="en-IN"/>
            <a:t>Lean Start-up Entrepreneurial Strategy - The Lean Start-up business strategy stresses quick experimentation, iterative product development, and customer input to create a long-lasting and profitable company.</a:t>
          </a:r>
        </a:p>
      </dgm:t>
    </dgm:pt>
    <dgm:pt modelId="{B5948189-2CDE-497D-8307-CB30C1B3EB5F}" type="parTrans" cxnId="{0E4962E8-0090-4B74-AF06-2587E6FB7156}">
      <dgm:prSet/>
      <dgm:spPr/>
      <dgm:t>
        <a:bodyPr/>
        <a:lstStyle/>
        <a:p>
          <a:endParaRPr lang="en-IN"/>
        </a:p>
      </dgm:t>
    </dgm:pt>
    <dgm:pt modelId="{A1E618FF-85E0-415E-B610-87E3694EB6DF}" type="sibTrans" cxnId="{0E4962E8-0090-4B74-AF06-2587E6FB7156}">
      <dgm:prSet/>
      <dgm:spPr/>
      <dgm:t>
        <a:bodyPr/>
        <a:lstStyle/>
        <a:p>
          <a:endParaRPr lang="en-IN"/>
        </a:p>
      </dgm:t>
    </dgm:pt>
    <dgm:pt modelId="{B9899F5C-AA71-4F66-8E00-AE68DD46AD43}">
      <dgm:prSet/>
      <dgm:spPr/>
      <dgm:t>
        <a:bodyPr/>
        <a:lstStyle/>
        <a:p>
          <a:r>
            <a:rPr lang="en-IN"/>
            <a:t>Exit Entrepreneurial Strategy</a:t>
          </a:r>
        </a:p>
      </dgm:t>
    </dgm:pt>
    <dgm:pt modelId="{6FF5D2A7-D40F-4EAF-B344-30F31623D88C}" type="parTrans" cxnId="{D15C2224-F7E4-49B7-90B1-A4DD288980A9}">
      <dgm:prSet/>
      <dgm:spPr/>
      <dgm:t>
        <a:bodyPr/>
        <a:lstStyle/>
        <a:p>
          <a:endParaRPr lang="en-IN"/>
        </a:p>
      </dgm:t>
    </dgm:pt>
    <dgm:pt modelId="{9EA5C15C-6714-4C4C-A063-620C78578243}" type="sibTrans" cxnId="{D15C2224-F7E4-49B7-90B1-A4DD288980A9}">
      <dgm:prSet/>
      <dgm:spPr/>
      <dgm:t>
        <a:bodyPr/>
        <a:lstStyle/>
        <a:p>
          <a:endParaRPr lang="en-IN"/>
        </a:p>
      </dgm:t>
    </dgm:pt>
    <dgm:pt modelId="{09650FAC-7CC7-491C-B61E-519D5A256A13}" type="pres">
      <dgm:prSet presAssocID="{726D6A7A-F678-4571-BC3E-6A107026D6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4520454-336F-4C5C-827B-0C0BF13094BD}" type="pres">
      <dgm:prSet presAssocID="{6FF519ED-77F7-4ACD-9C25-802490FC128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2A38DA-0C34-4045-84BC-3394409274A4}" type="pres">
      <dgm:prSet presAssocID="{825E0D04-D103-4A80-A7F0-5241AE9E0A81}" presName="spacer" presStyleCnt="0"/>
      <dgm:spPr/>
    </dgm:pt>
    <dgm:pt modelId="{AEDD27AD-1AE7-4C9F-A5AD-1BCC6A6B0E69}" type="pres">
      <dgm:prSet presAssocID="{8DF6491B-FB32-4779-8B05-DA8AD081947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02B9C0-CE8B-42ED-AF0F-4F3FCE04750A}" type="pres">
      <dgm:prSet presAssocID="{6B1D6C5A-E5BD-4E1F-9B9F-4F20925FA42A}" presName="spacer" presStyleCnt="0"/>
      <dgm:spPr/>
    </dgm:pt>
    <dgm:pt modelId="{7FB98C0A-1381-4E1A-8636-BE1646A2DF04}" type="pres">
      <dgm:prSet presAssocID="{88277A01-10DF-4469-A021-0E649FA8718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1494C0-6A36-4517-8C63-2F3FE35037FB}" type="pres">
      <dgm:prSet presAssocID="{A1E618FF-85E0-415E-B610-87E3694EB6DF}" presName="spacer" presStyleCnt="0"/>
      <dgm:spPr/>
    </dgm:pt>
    <dgm:pt modelId="{1AD32BA8-1D22-4E89-A20C-4F6B627B9EBA}" type="pres">
      <dgm:prSet presAssocID="{B9899F5C-AA71-4F66-8E00-AE68DD46AD43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6AA850-1C42-4337-9FC5-D78F6418EB58}" type="presOf" srcId="{B9899F5C-AA71-4F66-8E00-AE68DD46AD43}" destId="{1AD32BA8-1D22-4E89-A20C-4F6B627B9EBA}" srcOrd="0" destOrd="0" presId="urn:microsoft.com/office/officeart/2005/8/layout/vList2"/>
    <dgm:cxn modelId="{48E129FB-7133-4C11-88C3-3755BF15CBE1}" type="presOf" srcId="{8DF6491B-FB32-4779-8B05-DA8AD0819475}" destId="{AEDD27AD-1AE7-4C9F-A5AD-1BCC6A6B0E69}" srcOrd="0" destOrd="0" presId="urn:microsoft.com/office/officeart/2005/8/layout/vList2"/>
    <dgm:cxn modelId="{C60072BA-D36F-4BF1-959B-3A2145A2BD45}" type="presOf" srcId="{6FF519ED-77F7-4ACD-9C25-802490FC1286}" destId="{14520454-336F-4C5C-827B-0C0BF13094BD}" srcOrd="0" destOrd="0" presId="urn:microsoft.com/office/officeart/2005/8/layout/vList2"/>
    <dgm:cxn modelId="{D269A4D7-2450-4646-BB4C-4992C4A57C23}" srcId="{726D6A7A-F678-4571-BC3E-6A107026D6AD}" destId="{8DF6491B-FB32-4779-8B05-DA8AD0819475}" srcOrd="1" destOrd="0" parTransId="{93FD5DC5-5F05-446A-A0A3-2BEC58816878}" sibTransId="{6B1D6C5A-E5BD-4E1F-9B9F-4F20925FA42A}"/>
    <dgm:cxn modelId="{7BBE3576-FF9F-47ED-96E0-F475927FB492}" type="presOf" srcId="{88277A01-10DF-4469-A021-0E649FA87188}" destId="{7FB98C0A-1381-4E1A-8636-BE1646A2DF04}" srcOrd="0" destOrd="0" presId="urn:microsoft.com/office/officeart/2005/8/layout/vList2"/>
    <dgm:cxn modelId="{DC064170-F081-42E1-8BF9-6FB6F348142D}" srcId="{726D6A7A-F678-4571-BC3E-6A107026D6AD}" destId="{6FF519ED-77F7-4ACD-9C25-802490FC1286}" srcOrd="0" destOrd="0" parTransId="{F0DF7E6E-BF24-4815-8F87-4817839C5668}" sibTransId="{825E0D04-D103-4A80-A7F0-5241AE9E0A81}"/>
    <dgm:cxn modelId="{8803C3C6-97CD-4206-B0D1-9501198512B0}" type="presOf" srcId="{726D6A7A-F678-4571-BC3E-6A107026D6AD}" destId="{09650FAC-7CC7-491C-B61E-519D5A256A13}" srcOrd="0" destOrd="0" presId="urn:microsoft.com/office/officeart/2005/8/layout/vList2"/>
    <dgm:cxn modelId="{0E4962E8-0090-4B74-AF06-2587E6FB7156}" srcId="{726D6A7A-F678-4571-BC3E-6A107026D6AD}" destId="{88277A01-10DF-4469-A021-0E649FA87188}" srcOrd="2" destOrd="0" parTransId="{B5948189-2CDE-497D-8307-CB30C1B3EB5F}" sibTransId="{A1E618FF-85E0-415E-B610-87E3694EB6DF}"/>
    <dgm:cxn modelId="{D15C2224-F7E4-49B7-90B1-A4DD288980A9}" srcId="{726D6A7A-F678-4571-BC3E-6A107026D6AD}" destId="{B9899F5C-AA71-4F66-8E00-AE68DD46AD43}" srcOrd="3" destOrd="0" parTransId="{6FF5D2A7-D40F-4EAF-B344-30F31623D88C}" sibTransId="{9EA5C15C-6714-4C4C-A063-620C78578243}"/>
    <dgm:cxn modelId="{D42C0849-0FB1-4976-BA48-A0214B9F1042}" type="presParOf" srcId="{09650FAC-7CC7-491C-B61E-519D5A256A13}" destId="{14520454-336F-4C5C-827B-0C0BF13094BD}" srcOrd="0" destOrd="0" presId="urn:microsoft.com/office/officeart/2005/8/layout/vList2"/>
    <dgm:cxn modelId="{62F0743B-06A7-439C-90BD-D58CECFA025D}" type="presParOf" srcId="{09650FAC-7CC7-491C-B61E-519D5A256A13}" destId="{002A38DA-0C34-4045-84BC-3394409274A4}" srcOrd="1" destOrd="0" presId="urn:microsoft.com/office/officeart/2005/8/layout/vList2"/>
    <dgm:cxn modelId="{C6156E1E-3557-4FC6-BD4C-3E2332319945}" type="presParOf" srcId="{09650FAC-7CC7-491C-B61E-519D5A256A13}" destId="{AEDD27AD-1AE7-4C9F-A5AD-1BCC6A6B0E69}" srcOrd="2" destOrd="0" presId="urn:microsoft.com/office/officeart/2005/8/layout/vList2"/>
    <dgm:cxn modelId="{A1DD6C97-3D5B-4154-8B06-B787589FF058}" type="presParOf" srcId="{09650FAC-7CC7-491C-B61E-519D5A256A13}" destId="{C202B9C0-CE8B-42ED-AF0F-4F3FCE04750A}" srcOrd="3" destOrd="0" presId="urn:microsoft.com/office/officeart/2005/8/layout/vList2"/>
    <dgm:cxn modelId="{8365BB79-0D87-4F76-9E23-27D92C0DF7C1}" type="presParOf" srcId="{09650FAC-7CC7-491C-B61E-519D5A256A13}" destId="{7FB98C0A-1381-4E1A-8636-BE1646A2DF04}" srcOrd="4" destOrd="0" presId="urn:microsoft.com/office/officeart/2005/8/layout/vList2"/>
    <dgm:cxn modelId="{D69CD952-F101-4979-BF9D-DB4835AC8DBD}" type="presParOf" srcId="{09650FAC-7CC7-491C-B61E-519D5A256A13}" destId="{DB1494C0-6A36-4517-8C63-2F3FE35037FB}" srcOrd="5" destOrd="0" presId="urn:microsoft.com/office/officeart/2005/8/layout/vList2"/>
    <dgm:cxn modelId="{333C29AF-7300-4249-8033-83EA873E1C94}" type="presParOf" srcId="{09650FAC-7CC7-491C-B61E-519D5A256A13}" destId="{1AD32BA8-1D22-4E89-A20C-4F6B627B9E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116AF51-2EF1-4294-82A7-A5532B5C8151}" type="doc">
      <dgm:prSet loTypeId="urn:microsoft.com/office/officeart/2005/8/layout/rings+Icon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1129BD-E4E1-44FB-A220-8DDC4FBA427C}">
      <dgm:prSet/>
      <dgm:spPr>
        <a:solidFill>
          <a:srgbClr val="002060">
            <a:alpha val="50000"/>
          </a:srgb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Innovation - Innovation is the creation or improvement of products or services that offer new or better value to customers. </a:t>
          </a:r>
        </a:p>
      </dgm:t>
    </dgm:pt>
    <dgm:pt modelId="{ADBECA1F-B24D-4ACB-B9F8-08EF532C7570}" type="parTrans" cxnId="{B208FF5E-9DEB-408C-BAA5-0EABCCA5C72E}">
      <dgm:prSet/>
      <dgm:spPr/>
      <dgm:t>
        <a:bodyPr/>
        <a:lstStyle/>
        <a:p>
          <a:endParaRPr lang="en-IN"/>
        </a:p>
      </dgm:t>
    </dgm:pt>
    <dgm:pt modelId="{65E4ED15-E0B4-4D0D-91E3-67AD253D40A2}" type="sibTrans" cxnId="{B208FF5E-9DEB-408C-BAA5-0EABCCA5C72E}">
      <dgm:prSet/>
      <dgm:spPr/>
      <dgm:t>
        <a:bodyPr/>
        <a:lstStyle/>
        <a:p>
          <a:endParaRPr lang="en-IN"/>
        </a:p>
      </dgm:t>
    </dgm:pt>
    <dgm:pt modelId="{7B0CFC0B-E6AE-486B-8388-8CFA7157AA76}">
      <dgm:prSet/>
      <dgm:spPr>
        <a:solidFill>
          <a:srgbClr val="002060">
            <a:alpha val="50000"/>
          </a:srgb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Growth - Growth is the increase in the size, scope, or performance of the venture</a:t>
          </a:r>
        </a:p>
      </dgm:t>
    </dgm:pt>
    <dgm:pt modelId="{587FBD76-7233-4913-802D-D29690D12812}" type="parTrans" cxnId="{695ED68B-AEDD-43A1-B4C0-E1084F724042}">
      <dgm:prSet/>
      <dgm:spPr/>
      <dgm:t>
        <a:bodyPr/>
        <a:lstStyle/>
        <a:p>
          <a:endParaRPr lang="en-IN"/>
        </a:p>
      </dgm:t>
    </dgm:pt>
    <dgm:pt modelId="{B01643CC-9AAC-4EB1-AD4E-83A63D07E914}" type="sibTrans" cxnId="{695ED68B-AEDD-43A1-B4C0-E1084F724042}">
      <dgm:prSet/>
      <dgm:spPr/>
      <dgm:t>
        <a:bodyPr/>
        <a:lstStyle/>
        <a:p>
          <a:endParaRPr lang="en-IN"/>
        </a:p>
      </dgm:t>
    </dgm:pt>
    <dgm:pt modelId="{9A57224B-8FFA-4AFB-9222-412336D2293E}">
      <dgm:prSet/>
      <dgm:spPr>
        <a:solidFill>
          <a:srgbClr val="002060">
            <a:alpha val="50000"/>
          </a:srgb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Social impact - social impact is the positive effect that the venture has on the society, the environment, or the community. </a:t>
          </a:r>
        </a:p>
      </dgm:t>
    </dgm:pt>
    <dgm:pt modelId="{BF3B1AF8-2F10-4349-BE28-09EE6C684C7D}" type="parTrans" cxnId="{5BB8F46E-FCBC-4C51-A1C1-BEB1A597B909}">
      <dgm:prSet/>
      <dgm:spPr/>
      <dgm:t>
        <a:bodyPr/>
        <a:lstStyle/>
        <a:p>
          <a:endParaRPr lang="en-IN"/>
        </a:p>
      </dgm:t>
    </dgm:pt>
    <dgm:pt modelId="{FB7F066F-0EB1-4DA7-8BCF-02A4CB579717}" type="sibTrans" cxnId="{5BB8F46E-FCBC-4C51-A1C1-BEB1A597B909}">
      <dgm:prSet/>
      <dgm:spPr/>
      <dgm:t>
        <a:bodyPr/>
        <a:lstStyle/>
        <a:p>
          <a:endParaRPr lang="en-IN"/>
        </a:p>
      </dgm:t>
    </dgm:pt>
    <dgm:pt modelId="{BF953D59-DE53-4C3C-84F0-EF09CB652DE3}">
      <dgm:prSet/>
      <dgm:spPr>
        <a:solidFill>
          <a:srgbClr val="002060">
            <a:alpha val="50000"/>
          </a:srgb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Personal satisfaction - Personal satisfaction is the fulfilment or happiness that the entrepreneur derives from pursuing their passion and purpose.</a:t>
          </a:r>
        </a:p>
      </dgm:t>
    </dgm:pt>
    <dgm:pt modelId="{D82DC898-A347-4110-8F33-67B1BADB0356}" type="parTrans" cxnId="{8107B4F0-BAFA-4DC8-B454-6A71FF19FAA7}">
      <dgm:prSet/>
      <dgm:spPr/>
      <dgm:t>
        <a:bodyPr/>
        <a:lstStyle/>
        <a:p>
          <a:endParaRPr lang="en-IN"/>
        </a:p>
      </dgm:t>
    </dgm:pt>
    <dgm:pt modelId="{F64116C2-9F2F-4F68-ADB3-64158E691C2E}" type="sibTrans" cxnId="{8107B4F0-BAFA-4DC8-B454-6A71FF19FAA7}">
      <dgm:prSet/>
      <dgm:spPr/>
      <dgm:t>
        <a:bodyPr/>
        <a:lstStyle/>
        <a:p>
          <a:endParaRPr lang="en-IN"/>
        </a:p>
      </dgm:t>
    </dgm:pt>
    <dgm:pt modelId="{411D3D19-3648-4555-BB27-36741F71AA06}" type="pres">
      <dgm:prSet presAssocID="{4116AF51-2EF1-4294-82A7-A5532B5C8151}" presName="Name0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A16DE76-1D7A-410A-8026-8EBB0265F432}" type="pres">
      <dgm:prSet presAssocID="{4116AF51-2EF1-4294-82A7-A5532B5C8151}" presName="ellipse1" presStyleLbl="vennNode1" presStyleIdx="0" presStyleCnt="4" custLinFactNeighborX="43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BF861B-95E6-401A-9F0A-09FDE1B97933}" type="pres">
      <dgm:prSet presAssocID="{4116AF51-2EF1-4294-82A7-A5532B5C8151}" presName="ellipse2" presStyleLbl="venn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2FEB44-14F2-4FC9-8A41-B8695A65FD98}" type="pres">
      <dgm:prSet presAssocID="{4116AF51-2EF1-4294-82A7-A5532B5C8151}" presName="ellipse3" presStyleLbl="venn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D40383-28B0-4366-94EE-2848114498BC}" type="pres">
      <dgm:prSet presAssocID="{4116AF51-2EF1-4294-82A7-A5532B5C8151}" presName="ellipse4" presStyleLbl="vennNode1" presStyleIdx="3" presStyleCnt="4" custLinFactNeighborX="-402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BB8F46E-FCBC-4C51-A1C1-BEB1A597B909}" srcId="{4116AF51-2EF1-4294-82A7-A5532B5C8151}" destId="{9A57224B-8FFA-4AFB-9222-412336D2293E}" srcOrd="2" destOrd="0" parTransId="{BF3B1AF8-2F10-4349-BE28-09EE6C684C7D}" sibTransId="{FB7F066F-0EB1-4DA7-8BCF-02A4CB579717}"/>
    <dgm:cxn modelId="{8107B4F0-BAFA-4DC8-B454-6A71FF19FAA7}" srcId="{4116AF51-2EF1-4294-82A7-A5532B5C8151}" destId="{BF953D59-DE53-4C3C-84F0-EF09CB652DE3}" srcOrd="3" destOrd="0" parTransId="{D82DC898-A347-4110-8F33-67B1BADB0356}" sibTransId="{F64116C2-9F2F-4F68-ADB3-64158E691C2E}"/>
    <dgm:cxn modelId="{4E054887-AB2C-4D76-8A19-BA946E537699}" type="presOf" srcId="{BF953D59-DE53-4C3C-84F0-EF09CB652DE3}" destId="{E1D40383-28B0-4366-94EE-2848114498BC}" srcOrd="0" destOrd="0" presId="urn:microsoft.com/office/officeart/2005/8/layout/rings+Icon"/>
    <dgm:cxn modelId="{695ED68B-AEDD-43A1-B4C0-E1084F724042}" srcId="{4116AF51-2EF1-4294-82A7-A5532B5C8151}" destId="{7B0CFC0B-E6AE-486B-8388-8CFA7157AA76}" srcOrd="1" destOrd="0" parTransId="{587FBD76-7233-4913-802D-D29690D12812}" sibTransId="{B01643CC-9AAC-4EB1-AD4E-83A63D07E914}"/>
    <dgm:cxn modelId="{C109A764-D475-48E5-BF83-1DD39A7D6D66}" type="presOf" srcId="{4116AF51-2EF1-4294-82A7-A5532B5C8151}" destId="{411D3D19-3648-4555-BB27-36741F71AA06}" srcOrd="0" destOrd="0" presId="urn:microsoft.com/office/officeart/2005/8/layout/rings+Icon"/>
    <dgm:cxn modelId="{B9AADB7F-51F3-4451-9625-C01633AEBEE2}" type="presOf" srcId="{7B0CFC0B-E6AE-486B-8388-8CFA7157AA76}" destId="{0BBF861B-95E6-401A-9F0A-09FDE1B97933}" srcOrd="0" destOrd="0" presId="urn:microsoft.com/office/officeart/2005/8/layout/rings+Icon"/>
    <dgm:cxn modelId="{09F6BC57-72B2-4B59-B182-CD52B78FB946}" type="presOf" srcId="{9A57224B-8FFA-4AFB-9222-412336D2293E}" destId="{A12FEB44-14F2-4FC9-8A41-B8695A65FD98}" srcOrd="0" destOrd="0" presId="urn:microsoft.com/office/officeart/2005/8/layout/rings+Icon"/>
    <dgm:cxn modelId="{6CC1A0F9-A839-4754-BEE1-FED948D8F0FC}" type="presOf" srcId="{511129BD-E4E1-44FB-A220-8DDC4FBA427C}" destId="{BA16DE76-1D7A-410A-8026-8EBB0265F432}" srcOrd="0" destOrd="0" presId="urn:microsoft.com/office/officeart/2005/8/layout/rings+Icon"/>
    <dgm:cxn modelId="{B208FF5E-9DEB-408C-BAA5-0EABCCA5C72E}" srcId="{4116AF51-2EF1-4294-82A7-A5532B5C8151}" destId="{511129BD-E4E1-44FB-A220-8DDC4FBA427C}" srcOrd="0" destOrd="0" parTransId="{ADBECA1F-B24D-4ACB-B9F8-08EF532C7570}" sibTransId="{65E4ED15-E0B4-4D0D-91E3-67AD253D40A2}"/>
    <dgm:cxn modelId="{6FCC9228-CA2E-4653-9C30-0A1AAA36EA97}" type="presParOf" srcId="{411D3D19-3648-4555-BB27-36741F71AA06}" destId="{BA16DE76-1D7A-410A-8026-8EBB0265F432}" srcOrd="0" destOrd="0" presId="urn:microsoft.com/office/officeart/2005/8/layout/rings+Icon"/>
    <dgm:cxn modelId="{82806B96-D5A2-43EA-BCF3-5180B74010A6}" type="presParOf" srcId="{411D3D19-3648-4555-BB27-36741F71AA06}" destId="{0BBF861B-95E6-401A-9F0A-09FDE1B97933}" srcOrd="1" destOrd="0" presId="urn:microsoft.com/office/officeart/2005/8/layout/rings+Icon"/>
    <dgm:cxn modelId="{1B4180CA-8FDC-474A-8CAA-C6F1AAD1096B}" type="presParOf" srcId="{411D3D19-3648-4555-BB27-36741F71AA06}" destId="{A12FEB44-14F2-4FC9-8A41-B8695A65FD98}" srcOrd="2" destOrd="0" presId="urn:microsoft.com/office/officeart/2005/8/layout/rings+Icon"/>
    <dgm:cxn modelId="{CAE8872C-9963-4417-BA56-A14DDC7D54B2}" type="presParOf" srcId="{411D3D19-3648-4555-BB27-36741F71AA06}" destId="{E1D40383-28B0-4366-94EE-2848114498BC}" srcOrd="3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FCBD7CA-650F-4F2F-B115-0E3AE9DEB55F}" type="doc">
      <dgm:prSet loTypeId="urn:diagrams.loki3.com/TabbedArc+Icon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7C5A21C-5FAD-4C21-B6C3-4C58AEF1874B}">
      <dgm:prSet custT="1"/>
      <dgm:spPr/>
      <dgm:t>
        <a:bodyPr/>
        <a:lstStyle/>
        <a:p>
          <a:r>
            <a:rPr lang="en-IN" sz="2000" dirty="0"/>
            <a:t>Uncertainty - Uncertainty is the lack of information or knowledge about the future and the outcomes of the actions</a:t>
          </a:r>
        </a:p>
      </dgm:t>
    </dgm:pt>
    <dgm:pt modelId="{288BB495-E3E3-4066-9AFF-A1AF7DDC004F}" type="parTrans" cxnId="{8D6485E5-8A68-4F13-966D-94A3315750DB}">
      <dgm:prSet/>
      <dgm:spPr/>
      <dgm:t>
        <a:bodyPr/>
        <a:lstStyle/>
        <a:p>
          <a:endParaRPr lang="en-IN"/>
        </a:p>
      </dgm:t>
    </dgm:pt>
    <dgm:pt modelId="{BC8A2440-5624-4847-9E87-CFE7C19FC908}" type="sibTrans" cxnId="{8D6485E5-8A68-4F13-966D-94A3315750DB}">
      <dgm:prSet/>
      <dgm:spPr/>
      <dgm:t>
        <a:bodyPr/>
        <a:lstStyle/>
        <a:p>
          <a:endParaRPr lang="en-IN"/>
        </a:p>
      </dgm:t>
    </dgm:pt>
    <dgm:pt modelId="{6D510E3F-1114-4857-98F6-1E1B6A085E61}">
      <dgm:prSet custT="1"/>
      <dgm:spPr/>
      <dgm:t>
        <a:bodyPr/>
        <a:lstStyle/>
        <a:p>
          <a:r>
            <a:rPr lang="en-IN" sz="2000" dirty="0"/>
            <a:t>Risk - Risk is the possibility of losing something of value or facing negative consequences</a:t>
          </a:r>
        </a:p>
      </dgm:t>
    </dgm:pt>
    <dgm:pt modelId="{D26D20C2-03C7-49AA-86A1-0D8E28D421D3}" type="parTrans" cxnId="{D9EEFC17-A375-4C9B-B681-88B9C112577D}">
      <dgm:prSet/>
      <dgm:spPr/>
      <dgm:t>
        <a:bodyPr/>
        <a:lstStyle/>
        <a:p>
          <a:endParaRPr lang="en-IN"/>
        </a:p>
      </dgm:t>
    </dgm:pt>
    <dgm:pt modelId="{C8261E91-EC14-4DB8-BDBD-B07C04BA9147}" type="sibTrans" cxnId="{D9EEFC17-A375-4C9B-B681-88B9C112577D}">
      <dgm:prSet/>
      <dgm:spPr/>
      <dgm:t>
        <a:bodyPr/>
        <a:lstStyle/>
        <a:p>
          <a:endParaRPr lang="en-IN"/>
        </a:p>
      </dgm:t>
    </dgm:pt>
    <dgm:pt modelId="{B920F590-81DF-43C8-8913-5435C62E43CA}">
      <dgm:prSet custT="1"/>
      <dgm:spPr/>
      <dgm:t>
        <a:bodyPr/>
        <a:lstStyle/>
        <a:p>
          <a:r>
            <a:rPr lang="en-IN" sz="2000" dirty="0"/>
            <a:t>Competition - Competition is the presence of other players who offer similar or substitute products or services to the same customers.</a:t>
          </a:r>
        </a:p>
      </dgm:t>
    </dgm:pt>
    <dgm:pt modelId="{BCB05BBA-C695-4DD0-8768-867109AA20CD}" type="parTrans" cxnId="{63F9A662-A852-4E1C-A710-CF51F3958142}">
      <dgm:prSet/>
      <dgm:spPr/>
      <dgm:t>
        <a:bodyPr/>
        <a:lstStyle/>
        <a:p>
          <a:endParaRPr lang="en-IN"/>
        </a:p>
      </dgm:t>
    </dgm:pt>
    <dgm:pt modelId="{50E172AA-171F-4AE6-91A3-621A23D7EA75}" type="sibTrans" cxnId="{63F9A662-A852-4E1C-A710-CF51F3958142}">
      <dgm:prSet/>
      <dgm:spPr/>
      <dgm:t>
        <a:bodyPr/>
        <a:lstStyle/>
        <a:p>
          <a:endParaRPr lang="en-IN"/>
        </a:p>
      </dgm:t>
    </dgm:pt>
    <dgm:pt modelId="{E924DDE1-1EB1-42DD-9105-AE2A8FF69563}">
      <dgm:prSet custT="1"/>
      <dgm:spPr/>
      <dgm:t>
        <a:bodyPr/>
        <a:lstStyle/>
        <a:p>
          <a:r>
            <a:rPr lang="en-IN" sz="2000" dirty="0"/>
            <a:t>Change... Change is the variation or alteration of the external and internal factors that affect the opportunity, the resources, and the team.</a:t>
          </a:r>
        </a:p>
      </dgm:t>
    </dgm:pt>
    <dgm:pt modelId="{C3CBDE2D-0A20-4343-906A-722B9A5F177A}" type="parTrans" cxnId="{74B3D956-E6DE-4A52-A56F-EE4B656B2DB8}">
      <dgm:prSet/>
      <dgm:spPr/>
      <dgm:t>
        <a:bodyPr/>
        <a:lstStyle/>
        <a:p>
          <a:endParaRPr lang="en-IN"/>
        </a:p>
      </dgm:t>
    </dgm:pt>
    <dgm:pt modelId="{51C1CB86-68B2-45EB-8D11-80065B42BDBF}" type="sibTrans" cxnId="{74B3D956-E6DE-4A52-A56F-EE4B656B2DB8}">
      <dgm:prSet/>
      <dgm:spPr/>
      <dgm:t>
        <a:bodyPr/>
        <a:lstStyle/>
        <a:p>
          <a:endParaRPr lang="en-IN"/>
        </a:p>
      </dgm:t>
    </dgm:pt>
    <dgm:pt modelId="{58D8DFE9-AABD-48C2-AACC-23CE6C59390D}" type="pres">
      <dgm:prSet presAssocID="{7FCBD7CA-650F-4F2F-B115-0E3AE9DEB55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CA14D9-08BB-43A8-A0CF-6270D7E1F18D}" type="pres">
      <dgm:prSet presAssocID="{37C5A21C-5FAD-4C21-B6C3-4C58AEF1874B}" presName="twoplus" presStyleLbl="node1" presStyleIdx="0" presStyleCnt="4" custScaleY="1249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104C31-3D8A-48B0-897F-82F765E99F19}" type="pres">
      <dgm:prSet presAssocID="{6D510E3F-1114-4857-98F6-1E1B6A085E61}" presName="twoplus" presStyleLbl="node1" presStyleIdx="1" presStyleCnt="4" custScaleY="1285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107ECE-D435-41A0-9F27-D4E4BC65DE77}" type="pres">
      <dgm:prSet presAssocID="{B920F590-81DF-43C8-8913-5435C62E43CA}" presName="twoplus" presStyleLbl="node1" presStyleIdx="2" presStyleCnt="4" custScaleY="1231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644240-3203-4D1A-B287-94DA35E95375}" type="pres">
      <dgm:prSet presAssocID="{E924DDE1-1EB1-42DD-9105-AE2A8FF69563}" presName="twoplus" presStyleLbl="node1" presStyleIdx="3" presStyleCnt="4" custScaleY="1227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4D8794-01AA-450F-A6B9-B99C58D359D4}" type="presOf" srcId="{7FCBD7CA-650F-4F2F-B115-0E3AE9DEB55F}" destId="{58D8DFE9-AABD-48C2-AACC-23CE6C59390D}" srcOrd="0" destOrd="0" presId="urn:diagrams.loki3.com/TabbedArc+Icon"/>
    <dgm:cxn modelId="{D9EEFC17-A375-4C9B-B681-88B9C112577D}" srcId="{7FCBD7CA-650F-4F2F-B115-0E3AE9DEB55F}" destId="{6D510E3F-1114-4857-98F6-1E1B6A085E61}" srcOrd="1" destOrd="0" parTransId="{D26D20C2-03C7-49AA-86A1-0D8E28D421D3}" sibTransId="{C8261E91-EC14-4DB8-BDBD-B07C04BA9147}"/>
    <dgm:cxn modelId="{8D6485E5-8A68-4F13-966D-94A3315750DB}" srcId="{7FCBD7CA-650F-4F2F-B115-0E3AE9DEB55F}" destId="{37C5A21C-5FAD-4C21-B6C3-4C58AEF1874B}" srcOrd="0" destOrd="0" parTransId="{288BB495-E3E3-4066-9AFF-A1AF7DDC004F}" sibTransId="{BC8A2440-5624-4847-9E87-CFE7C19FC908}"/>
    <dgm:cxn modelId="{9A7776B4-1618-4963-887B-8C9F0A00729A}" type="presOf" srcId="{37C5A21C-5FAD-4C21-B6C3-4C58AEF1874B}" destId="{A2CA14D9-08BB-43A8-A0CF-6270D7E1F18D}" srcOrd="0" destOrd="0" presId="urn:diagrams.loki3.com/TabbedArc+Icon"/>
    <dgm:cxn modelId="{63F9A662-A852-4E1C-A710-CF51F3958142}" srcId="{7FCBD7CA-650F-4F2F-B115-0E3AE9DEB55F}" destId="{B920F590-81DF-43C8-8913-5435C62E43CA}" srcOrd="2" destOrd="0" parTransId="{BCB05BBA-C695-4DD0-8768-867109AA20CD}" sibTransId="{50E172AA-171F-4AE6-91A3-621A23D7EA75}"/>
    <dgm:cxn modelId="{74B3D956-E6DE-4A52-A56F-EE4B656B2DB8}" srcId="{7FCBD7CA-650F-4F2F-B115-0E3AE9DEB55F}" destId="{E924DDE1-1EB1-42DD-9105-AE2A8FF69563}" srcOrd="3" destOrd="0" parTransId="{C3CBDE2D-0A20-4343-906A-722B9A5F177A}" sibTransId="{51C1CB86-68B2-45EB-8D11-80065B42BDBF}"/>
    <dgm:cxn modelId="{F8188FA8-EC32-4CB9-B239-53E1BC2C65CF}" type="presOf" srcId="{E924DDE1-1EB1-42DD-9105-AE2A8FF69563}" destId="{F7644240-3203-4D1A-B287-94DA35E95375}" srcOrd="0" destOrd="0" presId="urn:diagrams.loki3.com/TabbedArc+Icon"/>
    <dgm:cxn modelId="{957E119E-E918-4573-B6A5-14547BA19CF1}" type="presOf" srcId="{B920F590-81DF-43C8-8913-5435C62E43CA}" destId="{FE107ECE-D435-41A0-9F27-D4E4BC65DE77}" srcOrd="0" destOrd="0" presId="urn:diagrams.loki3.com/TabbedArc+Icon"/>
    <dgm:cxn modelId="{23BF8502-2775-4CCD-B01B-CB6F7DE0A4CF}" type="presOf" srcId="{6D510E3F-1114-4857-98F6-1E1B6A085E61}" destId="{14104C31-3D8A-48B0-897F-82F765E99F19}" srcOrd="0" destOrd="0" presId="urn:diagrams.loki3.com/TabbedArc+Icon"/>
    <dgm:cxn modelId="{92D1E087-B1E3-459C-B520-8AEDB249E4D1}" type="presParOf" srcId="{58D8DFE9-AABD-48C2-AACC-23CE6C59390D}" destId="{A2CA14D9-08BB-43A8-A0CF-6270D7E1F18D}" srcOrd="0" destOrd="0" presId="urn:diagrams.loki3.com/TabbedArc+Icon"/>
    <dgm:cxn modelId="{D9E4C3A2-403E-46BB-B8F2-72AE65340DFA}" type="presParOf" srcId="{58D8DFE9-AABD-48C2-AACC-23CE6C59390D}" destId="{14104C31-3D8A-48B0-897F-82F765E99F19}" srcOrd="1" destOrd="0" presId="urn:diagrams.loki3.com/TabbedArc+Icon"/>
    <dgm:cxn modelId="{2D7D0C4B-8AE5-4F31-87D5-60E37263D201}" type="presParOf" srcId="{58D8DFE9-AABD-48C2-AACC-23CE6C59390D}" destId="{FE107ECE-D435-41A0-9F27-D4E4BC65DE77}" srcOrd="2" destOrd="0" presId="urn:diagrams.loki3.com/TabbedArc+Icon"/>
    <dgm:cxn modelId="{6FFDE06C-15DC-49F3-BBD8-68F1D07C5F90}" type="presParOf" srcId="{58D8DFE9-AABD-48C2-AACC-23CE6C59390D}" destId="{F7644240-3203-4D1A-B287-94DA35E95375}" srcOrd="3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45E3836-3D18-49E4-9957-CE9C99A2AA64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5EE30CE-21FA-406F-B9A3-2DE7F7B0F0D4}">
      <dgm:prSet/>
      <dgm:spPr/>
      <dgm:t>
        <a:bodyPr/>
        <a:lstStyle/>
        <a:p>
          <a:r>
            <a:rPr lang="en-IN" b="1"/>
            <a:t>What is Business Strategy?</a:t>
          </a:r>
          <a:endParaRPr lang="en-IN"/>
        </a:p>
      </dgm:t>
    </dgm:pt>
    <dgm:pt modelId="{F5874AC7-E254-4546-ABBF-84DE0E3CCCA8}" type="parTrans" cxnId="{68FDC31A-A4AE-4FFF-87AC-15E3860D4107}">
      <dgm:prSet/>
      <dgm:spPr/>
      <dgm:t>
        <a:bodyPr/>
        <a:lstStyle/>
        <a:p>
          <a:endParaRPr lang="en-IN"/>
        </a:p>
      </dgm:t>
    </dgm:pt>
    <dgm:pt modelId="{E2F1BFDA-CA4B-4E20-A2EB-6CC59740748F}" type="sibTrans" cxnId="{68FDC31A-A4AE-4FFF-87AC-15E3860D4107}">
      <dgm:prSet/>
      <dgm:spPr/>
      <dgm:t>
        <a:bodyPr/>
        <a:lstStyle/>
        <a:p>
          <a:endParaRPr lang="en-IN"/>
        </a:p>
      </dgm:t>
    </dgm:pt>
    <dgm:pt modelId="{7BCECE7B-3014-4AA2-ACD9-E3025B6049B8}">
      <dgm:prSet/>
      <dgm:spPr/>
      <dgm:t>
        <a:bodyPr/>
        <a:lstStyle/>
        <a:p>
          <a:pPr algn="just"/>
          <a:r>
            <a:rPr lang="en-IN" dirty="0"/>
            <a:t>A business strategy is a complete contingent plan of action that a business uses to achieve its goals in the market.</a:t>
          </a:r>
        </a:p>
      </dgm:t>
    </dgm:pt>
    <dgm:pt modelId="{CE6E9506-B6A9-4889-ABA3-5AF34C29CC5A}" type="parTrans" cxnId="{828B7BFD-0BEB-4398-B64A-8207F0A04E46}">
      <dgm:prSet/>
      <dgm:spPr/>
      <dgm:t>
        <a:bodyPr/>
        <a:lstStyle/>
        <a:p>
          <a:endParaRPr lang="en-IN"/>
        </a:p>
      </dgm:t>
    </dgm:pt>
    <dgm:pt modelId="{93B22917-420D-45E9-B543-E36314E9EC1D}" type="sibTrans" cxnId="{828B7BFD-0BEB-4398-B64A-8207F0A04E46}">
      <dgm:prSet/>
      <dgm:spPr/>
      <dgm:t>
        <a:bodyPr/>
        <a:lstStyle/>
        <a:p>
          <a:endParaRPr lang="en-IN"/>
        </a:p>
      </dgm:t>
    </dgm:pt>
    <dgm:pt modelId="{8557FB22-DF16-49E7-927C-B0447A0E3FA7}">
      <dgm:prSet/>
      <dgm:spPr/>
      <dgm:t>
        <a:bodyPr/>
        <a:lstStyle/>
        <a:p>
          <a:endParaRPr lang="en-US"/>
        </a:p>
      </dgm:t>
    </dgm:pt>
    <dgm:pt modelId="{37DC0D2D-4E75-4863-A58B-38BBAFA90FF5}" type="parTrans" cxnId="{3970D2B1-6277-4B90-A265-A641D5717537}">
      <dgm:prSet/>
      <dgm:spPr/>
      <dgm:t>
        <a:bodyPr/>
        <a:lstStyle/>
        <a:p>
          <a:endParaRPr lang="en-IN"/>
        </a:p>
      </dgm:t>
    </dgm:pt>
    <dgm:pt modelId="{0530CA1A-1090-49BC-9A4C-797BA8E21957}" type="sibTrans" cxnId="{3970D2B1-6277-4B90-A265-A641D5717537}">
      <dgm:prSet/>
      <dgm:spPr/>
      <dgm:t>
        <a:bodyPr/>
        <a:lstStyle/>
        <a:p>
          <a:endParaRPr lang="en-IN"/>
        </a:p>
      </dgm:t>
    </dgm:pt>
    <dgm:pt modelId="{D0B025B3-3ECA-4B0A-B9B3-8BED2D617F5E}">
      <dgm:prSet/>
      <dgm:spPr/>
      <dgm:t>
        <a:bodyPr/>
        <a:lstStyle/>
        <a:p>
          <a:endParaRPr lang="en-US"/>
        </a:p>
      </dgm:t>
    </dgm:pt>
    <dgm:pt modelId="{9EEEF5E2-813C-4231-B567-E436BA337CE9}" type="parTrans" cxnId="{3BBD70B2-AF6A-46AF-9918-DAE49FFDCD2F}">
      <dgm:prSet/>
      <dgm:spPr/>
      <dgm:t>
        <a:bodyPr/>
        <a:lstStyle/>
        <a:p>
          <a:endParaRPr lang="en-IN"/>
        </a:p>
      </dgm:t>
    </dgm:pt>
    <dgm:pt modelId="{EFF4B35C-8287-49B2-916E-D2A7D5F2F5E2}" type="sibTrans" cxnId="{3BBD70B2-AF6A-46AF-9918-DAE49FFDCD2F}">
      <dgm:prSet/>
      <dgm:spPr/>
      <dgm:t>
        <a:bodyPr/>
        <a:lstStyle/>
        <a:p>
          <a:endParaRPr lang="en-IN"/>
        </a:p>
      </dgm:t>
    </dgm:pt>
    <dgm:pt modelId="{0DDF89A4-9F6E-4395-951F-1DEED80CD180}" type="pres">
      <dgm:prSet presAssocID="{745E3836-3D18-49E4-9957-CE9C99A2AA64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0FF0F8-0FE8-432E-AC53-E6F1BD408BE1}" type="pres">
      <dgm:prSet presAssocID="{745E3836-3D18-49E4-9957-CE9C99A2AA64}" presName="ribbon" presStyleLbl="node1" presStyleIdx="0" presStyleCnt="1"/>
      <dgm:spPr/>
    </dgm:pt>
    <dgm:pt modelId="{F53033DD-CEAA-4FA7-B506-C6C9B2F75E7C}" type="pres">
      <dgm:prSet presAssocID="{745E3836-3D18-49E4-9957-CE9C99A2AA64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994391-DDC5-41F8-B83F-050B31EAEB5F}" type="pres">
      <dgm:prSet presAssocID="{745E3836-3D18-49E4-9957-CE9C99A2AA64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FDC31A-A4AE-4FFF-87AC-15E3860D4107}" srcId="{745E3836-3D18-49E4-9957-CE9C99A2AA64}" destId="{15EE30CE-21FA-406F-B9A3-2DE7F7B0F0D4}" srcOrd="0" destOrd="0" parTransId="{F5874AC7-E254-4546-ABBF-84DE0E3CCCA8}" sibTransId="{E2F1BFDA-CA4B-4E20-A2EB-6CC59740748F}"/>
    <dgm:cxn modelId="{80F9EB2F-2996-4DCF-A19B-D5AFE708305E}" type="presOf" srcId="{7BCECE7B-3014-4AA2-ACD9-E3025B6049B8}" destId="{04994391-DDC5-41F8-B83F-050B31EAEB5F}" srcOrd="0" destOrd="0" presId="urn:microsoft.com/office/officeart/2005/8/layout/arrow6"/>
    <dgm:cxn modelId="{446B06C9-7FC1-4149-8A2D-81BEEA0B8C53}" type="presOf" srcId="{745E3836-3D18-49E4-9957-CE9C99A2AA64}" destId="{0DDF89A4-9F6E-4395-951F-1DEED80CD180}" srcOrd="0" destOrd="0" presId="urn:microsoft.com/office/officeart/2005/8/layout/arrow6"/>
    <dgm:cxn modelId="{3970D2B1-6277-4B90-A265-A641D5717537}" srcId="{745E3836-3D18-49E4-9957-CE9C99A2AA64}" destId="{8557FB22-DF16-49E7-927C-B0447A0E3FA7}" srcOrd="2" destOrd="0" parTransId="{37DC0D2D-4E75-4863-A58B-38BBAFA90FF5}" sibTransId="{0530CA1A-1090-49BC-9A4C-797BA8E21957}"/>
    <dgm:cxn modelId="{E44120B1-188C-46DB-A8D6-E94C693CE3CE}" type="presOf" srcId="{15EE30CE-21FA-406F-B9A3-2DE7F7B0F0D4}" destId="{F53033DD-CEAA-4FA7-B506-C6C9B2F75E7C}" srcOrd="0" destOrd="0" presId="urn:microsoft.com/office/officeart/2005/8/layout/arrow6"/>
    <dgm:cxn modelId="{828B7BFD-0BEB-4398-B64A-8207F0A04E46}" srcId="{745E3836-3D18-49E4-9957-CE9C99A2AA64}" destId="{7BCECE7B-3014-4AA2-ACD9-E3025B6049B8}" srcOrd="1" destOrd="0" parTransId="{CE6E9506-B6A9-4889-ABA3-5AF34C29CC5A}" sibTransId="{93B22917-420D-45E9-B543-E36314E9EC1D}"/>
    <dgm:cxn modelId="{3BBD70B2-AF6A-46AF-9918-DAE49FFDCD2F}" srcId="{745E3836-3D18-49E4-9957-CE9C99A2AA64}" destId="{D0B025B3-3ECA-4B0A-B9B3-8BED2D617F5E}" srcOrd="3" destOrd="0" parTransId="{9EEEF5E2-813C-4231-B567-E436BA337CE9}" sibTransId="{EFF4B35C-8287-49B2-916E-D2A7D5F2F5E2}"/>
    <dgm:cxn modelId="{9353DCD7-BC8D-46D4-A6B9-EF9BB4E910B7}" type="presParOf" srcId="{0DDF89A4-9F6E-4395-951F-1DEED80CD180}" destId="{8B0FF0F8-0FE8-432E-AC53-E6F1BD408BE1}" srcOrd="0" destOrd="0" presId="urn:microsoft.com/office/officeart/2005/8/layout/arrow6"/>
    <dgm:cxn modelId="{50242CD2-7D1E-4B7F-BA6B-1D76E00FC03F}" type="presParOf" srcId="{0DDF89A4-9F6E-4395-951F-1DEED80CD180}" destId="{F53033DD-CEAA-4FA7-B506-C6C9B2F75E7C}" srcOrd="1" destOrd="0" presId="urn:microsoft.com/office/officeart/2005/8/layout/arrow6"/>
    <dgm:cxn modelId="{398E68F9-4265-4C36-9B82-141C50337348}" type="presParOf" srcId="{0DDF89A4-9F6E-4395-951F-1DEED80CD180}" destId="{04994391-DDC5-41F8-B83F-050B31EAEB5F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5E3836-3D18-49E4-9957-CE9C99A2AA64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5EE30CE-21FA-406F-B9A3-2DE7F7B0F0D4}">
      <dgm:prSet/>
      <dgm:spPr/>
      <dgm:t>
        <a:bodyPr/>
        <a:lstStyle/>
        <a:p>
          <a:r>
            <a:rPr lang="en-IN" b="1" dirty="0"/>
            <a:t>What is a Business Model?</a:t>
          </a:r>
          <a:endParaRPr lang="en-IN" dirty="0"/>
        </a:p>
      </dgm:t>
    </dgm:pt>
    <dgm:pt modelId="{F5874AC7-E254-4546-ABBF-84DE0E3CCCA8}" type="parTrans" cxnId="{68FDC31A-A4AE-4FFF-87AC-15E3860D4107}">
      <dgm:prSet/>
      <dgm:spPr/>
      <dgm:t>
        <a:bodyPr/>
        <a:lstStyle/>
        <a:p>
          <a:endParaRPr lang="en-IN"/>
        </a:p>
      </dgm:t>
    </dgm:pt>
    <dgm:pt modelId="{E2F1BFDA-CA4B-4E20-A2EB-6CC59740748F}" type="sibTrans" cxnId="{68FDC31A-A4AE-4FFF-87AC-15E3860D4107}">
      <dgm:prSet/>
      <dgm:spPr/>
      <dgm:t>
        <a:bodyPr/>
        <a:lstStyle/>
        <a:p>
          <a:endParaRPr lang="en-IN"/>
        </a:p>
      </dgm:t>
    </dgm:pt>
    <dgm:pt modelId="{7BCECE7B-3014-4AA2-ACD9-E3025B6049B8}">
      <dgm:prSet/>
      <dgm:spPr/>
      <dgm:t>
        <a:bodyPr/>
        <a:lstStyle/>
        <a:p>
          <a:pPr algn="just"/>
          <a:r>
            <a:rPr lang="en-IN" dirty="0"/>
            <a:t>A business model is a structural model of how a business is going to operate in the market and how it is going to make money. It provides a detailed description of all relevant business processes and describes how the business will interact with other market participants.</a:t>
          </a:r>
        </a:p>
      </dgm:t>
    </dgm:pt>
    <dgm:pt modelId="{CE6E9506-B6A9-4889-ABA3-5AF34C29CC5A}" type="parTrans" cxnId="{828B7BFD-0BEB-4398-B64A-8207F0A04E46}">
      <dgm:prSet/>
      <dgm:spPr/>
      <dgm:t>
        <a:bodyPr/>
        <a:lstStyle/>
        <a:p>
          <a:endParaRPr lang="en-IN"/>
        </a:p>
      </dgm:t>
    </dgm:pt>
    <dgm:pt modelId="{93B22917-420D-45E9-B543-E36314E9EC1D}" type="sibTrans" cxnId="{828B7BFD-0BEB-4398-B64A-8207F0A04E46}">
      <dgm:prSet/>
      <dgm:spPr/>
      <dgm:t>
        <a:bodyPr/>
        <a:lstStyle/>
        <a:p>
          <a:endParaRPr lang="en-IN"/>
        </a:p>
      </dgm:t>
    </dgm:pt>
    <dgm:pt modelId="{8557FB22-DF16-49E7-927C-B0447A0E3FA7}">
      <dgm:prSet/>
      <dgm:spPr/>
      <dgm:t>
        <a:bodyPr/>
        <a:lstStyle/>
        <a:p>
          <a:endParaRPr lang="en-US"/>
        </a:p>
      </dgm:t>
    </dgm:pt>
    <dgm:pt modelId="{37DC0D2D-4E75-4863-A58B-38BBAFA90FF5}" type="parTrans" cxnId="{3970D2B1-6277-4B90-A265-A641D5717537}">
      <dgm:prSet/>
      <dgm:spPr/>
      <dgm:t>
        <a:bodyPr/>
        <a:lstStyle/>
        <a:p>
          <a:endParaRPr lang="en-IN"/>
        </a:p>
      </dgm:t>
    </dgm:pt>
    <dgm:pt modelId="{0530CA1A-1090-49BC-9A4C-797BA8E21957}" type="sibTrans" cxnId="{3970D2B1-6277-4B90-A265-A641D5717537}">
      <dgm:prSet/>
      <dgm:spPr/>
      <dgm:t>
        <a:bodyPr/>
        <a:lstStyle/>
        <a:p>
          <a:endParaRPr lang="en-IN"/>
        </a:p>
      </dgm:t>
    </dgm:pt>
    <dgm:pt modelId="{D0B025B3-3ECA-4B0A-B9B3-8BED2D617F5E}">
      <dgm:prSet/>
      <dgm:spPr/>
      <dgm:t>
        <a:bodyPr/>
        <a:lstStyle/>
        <a:p>
          <a:endParaRPr lang="en-US"/>
        </a:p>
      </dgm:t>
    </dgm:pt>
    <dgm:pt modelId="{9EEEF5E2-813C-4231-B567-E436BA337CE9}" type="parTrans" cxnId="{3BBD70B2-AF6A-46AF-9918-DAE49FFDCD2F}">
      <dgm:prSet/>
      <dgm:spPr/>
      <dgm:t>
        <a:bodyPr/>
        <a:lstStyle/>
        <a:p>
          <a:endParaRPr lang="en-IN"/>
        </a:p>
      </dgm:t>
    </dgm:pt>
    <dgm:pt modelId="{EFF4B35C-8287-49B2-916E-D2A7D5F2F5E2}" type="sibTrans" cxnId="{3BBD70B2-AF6A-46AF-9918-DAE49FFDCD2F}">
      <dgm:prSet/>
      <dgm:spPr/>
      <dgm:t>
        <a:bodyPr/>
        <a:lstStyle/>
        <a:p>
          <a:endParaRPr lang="en-IN"/>
        </a:p>
      </dgm:t>
    </dgm:pt>
    <dgm:pt modelId="{0DDF89A4-9F6E-4395-951F-1DEED80CD180}" type="pres">
      <dgm:prSet presAssocID="{745E3836-3D18-49E4-9957-CE9C99A2AA64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0FF0F8-0FE8-432E-AC53-E6F1BD408BE1}" type="pres">
      <dgm:prSet presAssocID="{745E3836-3D18-49E4-9957-CE9C99A2AA64}" presName="ribbon" presStyleLbl="node1" presStyleIdx="0" presStyleCnt="1"/>
      <dgm:spPr/>
    </dgm:pt>
    <dgm:pt modelId="{F53033DD-CEAA-4FA7-B506-C6C9B2F75E7C}" type="pres">
      <dgm:prSet presAssocID="{745E3836-3D18-49E4-9957-CE9C99A2AA64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994391-DDC5-41F8-B83F-050B31EAEB5F}" type="pres">
      <dgm:prSet presAssocID="{745E3836-3D18-49E4-9957-CE9C99A2AA64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FDC31A-A4AE-4FFF-87AC-15E3860D4107}" srcId="{745E3836-3D18-49E4-9957-CE9C99A2AA64}" destId="{15EE30CE-21FA-406F-B9A3-2DE7F7B0F0D4}" srcOrd="0" destOrd="0" parTransId="{F5874AC7-E254-4546-ABBF-84DE0E3CCCA8}" sibTransId="{E2F1BFDA-CA4B-4E20-A2EB-6CC59740748F}"/>
    <dgm:cxn modelId="{80F9EB2F-2996-4DCF-A19B-D5AFE708305E}" type="presOf" srcId="{7BCECE7B-3014-4AA2-ACD9-E3025B6049B8}" destId="{04994391-DDC5-41F8-B83F-050B31EAEB5F}" srcOrd="0" destOrd="0" presId="urn:microsoft.com/office/officeart/2005/8/layout/arrow6"/>
    <dgm:cxn modelId="{446B06C9-7FC1-4149-8A2D-81BEEA0B8C53}" type="presOf" srcId="{745E3836-3D18-49E4-9957-CE9C99A2AA64}" destId="{0DDF89A4-9F6E-4395-951F-1DEED80CD180}" srcOrd="0" destOrd="0" presId="urn:microsoft.com/office/officeart/2005/8/layout/arrow6"/>
    <dgm:cxn modelId="{3970D2B1-6277-4B90-A265-A641D5717537}" srcId="{745E3836-3D18-49E4-9957-CE9C99A2AA64}" destId="{8557FB22-DF16-49E7-927C-B0447A0E3FA7}" srcOrd="2" destOrd="0" parTransId="{37DC0D2D-4E75-4863-A58B-38BBAFA90FF5}" sibTransId="{0530CA1A-1090-49BC-9A4C-797BA8E21957}"/>
    <dgm:cxn modelId="{E44120B1-188C-46DB-A8D6-E94C693CE3CE}" type="presOf" srcId="{15EE30CE-21FA-406F-B9A3-2DE7F7B0F0D4}" destId="{F53033DD-CEAA-4FA7-B506-C6C9B2F75E7C}" srcOrd="0" destOrd="0" presId="urn:microsoft.com/office/officeart/2005/8/layout/arrow6"/>
    <dgm:cxn modelId="{828B7BFD-0BEB-4398-B64A-8207F0A04E46}" srcId="{745E3836-3D18-49E4-9957-CE9C99A2AA64}" destId="{7BCECE7B-3014-4AA2-ACD9-E3025B6049B8}" srcOrd="1" destOrd="0" parTransId="{CE6E9506-B6A9-4889-ABA3-5AF34C29CC5A}" sibTransId="{93B22917-420D-45E9-B543-E36314E9EC1D}"/>
    <dgm:cxn modelId="{3BBD70B2-AF6A-46AF-9918-DAE49FFDCD2F}" srcId="{745E3836-3D18-49E4-9957-CE9C99A2AA64}" destId="{D0B025B3-3ECA-4B0A-B9B3-8BED2D617F5E}" srcOrd="3" destOrd="0" parTransId="{9EEEF5E2-813C-4231-B567-E436BA337CE9}" sibTransId="{EFF4B35C-8287-49B2-916E-D2A7D5F2F5E2}"/>
    <dgm:cxn modelId="{9353DCD7-BC8D-46D4-A6B9-EF9BB4E910B7}" type="presParOf" srcId="{0DDF89A4-9F6E-4395-951F-1DEED80CD180}" destId="{8B0FF0F8-0FE8-432E-AC53-E6F1BD408BE1}" srcOrd="0" destOrd="0" presId="urn:microsoft.com/office/officeart/2005/8/layout/arrow6"/>
    <dgm:cxn modelId="{50242CD2-7D1E-4B7F-BA6B-1D76E00FC03F}" type="presParOf" srcId="{0DDF89A4-9F6E-4395-951F-1DEED80CD180}" destId="{F53033DD-CEAA-4FA7-B506-C6C9B2F75E7C}" srcOrd="1" destOrd="0" presId="urn:microsoft.com/office/officeart/2005/8/layout/arrow6"/>
    <dgm:cxn modelId="{398E68F9-4265-4C36-9B82-141C50337348}" type="presParOf" srcId="{0DDF89A4-9F6E-4395-951F-1DEED80CD180}" destId="{04994391-DDC5-41F8-B83F-050B31EAEB5F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9EA3A6D-FD28-441E-8774-63D88315240D}" type="doc">
      <dgm:prSet loTypeId="urn:microsoft.com/office/officeart/2005/8/layout/cycle8" loCatId="cycl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3AB12811-97DB-4ACC-AB2B-C65E17B35F89}">
      <dgm:prSet custT="1"/>
      <dgm:spPr/>
      <dgm:t>
        <a:bodyPr/>
        <a:lstStyle/>
        <a:p>
          <a:r>
            <a:rPr lang="en-IN" sz="1800" b="1" dirty="0">
              <a:solidFill>
                <a:srgbClr val="FF0000"/>
              </a:solidFill>
            </a:rPr>
            <a:t>A business model is a company's core strategy for profitably doing business.</a:t>
          </a:r>
        </a:p>
      </dgm:t>
    </dgm:pt>
    <dgm:pt modelId="{176B70DE-4E63-4115-81C9-5AD6F6BF2E74}" type="parTrans" cxnId="{5F62A532-8502-4AE7-981C-A8C7B3C37019}">
      <dgm:prSet/>
      <dgm:spPr/>
      <dgm:t>
        <a:bodyPr/>
        <a:lstStyle/>
        <a:p>
          <a:endParaRPr lang="en-IN" sz="1600"/>
        </a:p>
      </dgm:t>
    </dgm:pt>
    <dgm:pt modelId="{49621810-B6C3-4EA3-9C85-EABBB501A725}" type="sibTrans" cxnId="{5F62A532-8502-4AE7-981C-A8C7B3C37019}">
      <dgm:prSet/>
      <dgm:spPr/>
      <dgm:t>
        <a:bodyPr/>
        <a:lstStyle/>
        <a:p>
          <a:endParaRPr lang="en-IN" sz="1600"/>
        </a:p>
      </dgm:t>
    </dgm:pt>
    <dgm:pt modelId="{085F4945-2A6C-4702-8269-105E25D9C0FE}">
      <dgm:prSet custT="1"/>
      <dgm:spPr/>
      <dgm:t>
        <a:bodyPr/>
        <a:lstStyle/>
        <a:p>
          <a:pPr algn="just"/>
          <a:r>
            <a:rPr lang="en-IN" sz="1800" dirty="0"/>
            <a:t>Models generally include information like products or services the business plans to sell, target markets, and any anticipated expenses</a:t>
          </a:r>
          <a:r>
            <a:rPr lang="en-IN" sz="1600" dirty="0"/>
            <a:t>.</a:t>
          </a:r>
        </a:p>
      </dgm:t>
    </dgm:pt>
    <dgm:pt modelId="{34D1F3FA-9C8E-414C-8DBF-59217FF044F5}" type="parTrans" cxnId="{58430361-E666-4045-B414-F2EBB51B1DEB}">
      <dgm:prSet/>
      <dgm:spPr/>
      <dgm:t>
        <a:bodyPr/>
        <a:lstStyle/>
        <a:p>
          <a:endParaRPr lang="en-IN" sz="1600"/>
        </a:p>
      </dgm:t>
    </dgm:pt>
    <dgm:pt modelId="{EC512E1E-6054-410B-86C8-0AC5971CCC1A}" type="sibTrans" cxnId="{58430361-E666-4045-B414-F2EBB51B1DEB}">
      <dgm:prSet/>
      <dgm:spPr/>
      <dgm:t>
        <a:bodyPr/>
        <a:lstStyle/>
        <a:p>
          <a:endParaRPr lang="en-IN" sz="1600"/>
        </a:p>
      </dgm:t>
    </dgm:pt>
    <dgm:pt modelId="{986460CC-66CA-4057-9DC4-A5000F315216}">
      <dgm:prSet custT="1"/>
      <dgm:spPr/>
      <dgm:t>
        <a:bodyPr/>
        <a:lstStyle/>
        <a:p>
          <a:r>
            <a:rPr lang="en-IN" sz="1600"/>
            <a:t>The two levers of a business model are pricing and costs.</a:t>
          </a:r>
        </a:p>
      </dgm:t>
    </dgm:pt>
    <dgm:pt modelId="{BF46D44B-51E2-4CDF-AE3E-4D46138DBD25}" type="parTrans" cxnId="{365D1117-39DB-4D19-80A3-10FB8185E5ED}">
      <dgm:prSet/>
      <dgm:spPr/>
      <dgm:t>
        <a:bodyPr/>
        <a:lstStyle/>
        <a:p>
          <a:endParaRPr lang="en-IN" sz="1600"/>
        </a:p>
      </dgm:t>
    </dgm:pt>
    <dgm:pt modelId="{756A36A1-86F7-4903-B224-CC6F1CF652B5}" type="sibTrans" cxnId="{365D1117-39DB-4D19-80A3-10FB8185E5ED}">
      <dgm:prSet/>
      <dgm:spPr/>
      <dgm:t>
        <a:bodyPr/>
        <a:lstStyle/>
        <a:p>
          <a:endParaRPr lang="en-IN" sz="1600"/>
        </a:p>
      </dgm:t>
    </dgm:pt>
    <dgm:pt modelId="{FF085268-DC6E-4F52-B1B3-FC2E1F207A13}">
      <dgm:prSet custT="1"/>
      <dgm:spPr/>
      <dgm:t>
        <a:bodyPr/>
        <a:lstStyle/>
        <a:p>
          <a:pPr algn="just"/>
          <a:r>
            <a:rPr lang="en-IN" sz="2000" dirty="0"/>
            <a:t>A business model should be periodically revised to make sure it still reflects the business environment and customer demands.</a:t>
          </a:r>
        </a:p>
      </dgm:t>
    </dgm:pt>
    <dgm:pt modelId="{B24A150F-A9EA-48DF-AB6D-CB6342E52248}" type="parTrans" cxnId="{4F2255D9-4D83-46C5-AE05-56DB7C413665}">
      <dgm:prSet/>
      <dgm:spPr/>
      <dgm:t>
        <a:bodyPr/>
        <a:lstStyle/>
        <a:p>
          <a:endParaRPr lang="en-IN" sz="1600"/>
        </a:p>
      </dgm:t>
    </dgm:pt>
    <dgm:pt modelId="{20B6F353-86B3-4F62-9E84-08F1EA325B4B}" type="sibTrans" cxnId="{4F2255D9-4D83-46C5-AE05-56DB7C413665}">
      <dgm:prSet/>
      <dgm:spPr/>
      <dgm:t>
        <a:bodyPr/>
        <a:lstStyle/>
        <a:p>
          <a:endParaRPr lang="en-IN" sz="1600"/>
        </a:p>
      </dgm:t>
    </dgm:pt>
    <dgm:pt modelId="{F15ED494-B252-4B48-B697-4B2382C781EF}">
      <dgm:prSet custT="1"/>
      <dgm:spPr/>
      <dgm:t>
        <a:bodyPr/>
        <a:lstStyle/>
        <a:p>
          <a:r>
            <a:rPr lang="en-IN" sz="1600" dirty="0"/>
            <a:t>Analysts and investors often look at a company's gross profit to evaluate the success of a business model.</a:t>
          </a:r>
        </a:p>
      </dgm:t>
    </dgm:pt>
    <dgm:pt modelId="{39AF3A3A-ECD1-4BF3-9BED-1B853B5202A2}" type="parTrans" cxnId="{4566AC0B-FB47-48F6-B7F4-C4E74368A966}">
      <dgm:prSet/>
      <dgm:spPr/>
      <dgm:t>
        <a:bodyPr/>
        <a:lstStyle/>
        <a:p>
          <a:endParaRPr lang="en-IN" sz="1600"/>
        </a:p>
      </dgm:t>
    </dgm:pt>
    <dgm:pt modelId="{1E5578E0-E8AD-4279-8AF9-CC4C78598F9C}" type="sibTrans" cxnId="{4566AC0B-FB47-48F6-B7F4-C4E74368A966}">
      <dgm:prSet/>
      <dgm:spPr/>
      <dgm:t>
        <a:bodyPr/>
        <a:lstStyle/>
        <a:p>
          <a:endParaRPr lang="en-IN" sz="1600"/>
        </a:p>
      </dgm:t>
    </dgm:pt>
    <dgm:pt modelId="{1F0B15CB-91DD-4815-B866-0E9603310BCA}" type="pres">
      <dgm:prSet presAssocID="{A9EA3A6D-FD28-441E-8774-63D88315240D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4C1F94B-DE71-41E4-B4A8-8CDA5B93ED92}" type="pres">
      <dgm:prSet presAssocID="{A9EA3A6D-FD28-441E-8774-63D88315240D}" presName="wedge1" presStyleLbl="node1" presStyleIdx="0" presStyleCnt="5"/>
      <dgm:spPr/>
      <dgm:t>
        <a:bodyPr/>
        <a:lstStyle/>
        <a:p>
          <a:endParaRPr lang="en-US"/>
        </a:p>
      </dgm:t>
    </dgm:pt>
    <dgm:pt modelId="{F6698F45-C99D-4EB2-98B3-1A4CC807C487}" type="pres">
      <dgm:prSet presAssocID="{A9EA3A6D-FD28-441E-8774-63D88315240D}" presName="dummy1a" presStyleCnt="0"/>
      <dgm:spPr/>
    </dgm:pt>
    <dgm:pt modelId="{12D41ABC-E262-47A1-93D2-3F7A33D486AB}" type="pres">
      <dgm:prSet presAssocID="{A9EA3A6D-FD28-441E-8774-63D88315240D}" presName="dummy1b" presStyleCnt="0"/>
      <dgm:spPr/>
    </dgm:pt>
    <dgm:pt modelId="{1FAB6779-B91B-4B84-8ADB-16406782674E}" type="pres">
      <dgm:prSet presAssocID="{A9EA3A6D-FD28-441E-8774-63D88315240D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962ECC-0FF6-4174-8BA2-6BEAB30B469C}" type="pres">
      <dgm:prSet presAssocID="{A9EA3A6D-FD28-441E-8774-63D88315240D}" presName="wedge2" presStyleLbl="node1" presStyleIdx="1" presStyleCnt="5" custScaleX="136888"/>
      <dgm:spPr/>
      <dgm:t>
        <a:bodyPr/>
        <a:lstStyle/>
        <a:p>
          <a:endParaRPr lang="en-US"/>
        </a:p>
      </dgm:t>
    </dgm:pt>
    <dgm:pt modelId="{A918A3E8-3B42-4196-A34D-51EC3BA144B5}" type="pres">
      <dgm:prSet presAssocID="{A9EA3A6D-FD28-441E-8774-63D88315240D}" presName="dummy2a" presStyleCnt="0"/>
      <dgm:spPr/>
    </dgm:pt>
    <dgm:pt modelId="{F9944B7A-719F-4A7D-9E51-2A845DAA71AF}" type="pres">
      <dgm:prSet presAssocID="{A9EA3A6D-FD28-441E-8774-63D88315240D}" presName="dummy2b" presStyleCnt="0"/>
      <dgm:spPr/>
    </dgm:pt>
    <dgm:pt modelId="{4AFFDABD-1851-4E25-8C69-53BF62CFCF64}" type="pres">
      <dgm:prSet presAssocID="{A9EA3A6D-FD28-441E-8774-63D88315240D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1324EC-6A30-4C41-87A3-D2A3D2523570}" type="pres">
      <dgm:prSet presAssocID="{A9EA3A6D-FD28-441E-8774-63D88315240D}" presName="wedge3" presStyleLbl="node1" presStyleIdx="2" presStyleCnt="5"/>
      <dgm:spPr/>
      <dgm:t>
        <a:bodyPr/>
        <a:lstStyle/>
        <a:p>
          <a:endParaRPr lang="en-US"/>
        </a:p>
      </dgm:t>
    </dgm:pt>
    <dgm:pt modelId="{6459386D-B7CC-4DAF-A845-F4480A62BC22}" type="pres">
      <dgm:prSet presAssocID="{A9EA3A6D-FD28-441E-8774-63D88315240D}" presName="dummy3a" presStyleCnt="0"/>
      <dgm:spPr/>
    </dgm:pt>
    <dgm:pt modelId="{0DCAD7AD-E8D2-431E-A93D-EC08CAE4A2A0}" type="pres">
      <dgm:prSet presAssocID="{A9EA3A6D-FD28-441E-8774-63D88315240D}" presName="dummy3b" presStyleCnt="0"/>
      <dgm:spPr/>
    </dgm:pt>
    <dgm:pt modelId="{0BE4124C-C7F9-4A47-AF56-E177458C70FC}" type="pres">
      <dgm:prSet presAssocID="{A9EA3A6D-FD28-441E-8774-63D88315240D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97C25C-AF43-47E0-9A04-C39703BEB776}" type="pres">
      <dgm:prSet presAssocID="{A9EA3A6D-FD28-441E-8774-63D88315240D}" presName="wedge4" presStyleLbl="node1" presStyleIdx="3" presStyleCnt="5" custScaleX="154953"/>
      <dgm:spPr/>
      <dgm:t>
        <a:bodyPr/>
        <a:lstStyle/>
        <a:p>
          <a:endParaRPr lang="en-US"/>
        </a:p>
      </dgm:t>
    </dgm:pt>
    <dgm:pt modelId="{E7F46448-184D-4EF4-80D0-B8F0566DB917}" type="pres">
      <dgm:prSet presAssocID="{A9EA3A6D-FD28-441E-8774-63D88315240D}" presName="dummy4a" presStyleCnt="0"/>
      <dgm:spPr/>
    </dgm:pt>
    <dgm:pt modelId="{381EC3E6-3D96-411E-A7B3-07C5BAA16797}" type="pres">
      <dgm:prSet presAssocID="{A9EA3A6D-FD28-441E-8774-63D88315240D}" presName="dummy4b" presStyleCnt="0"/>
      <dgm:spPr/>
    </dgm:pt>
    <dgm:pt modelId="{13F4071F-79F2-4B59-A3A2-63A03CAFF6C0}" type="pres">
      <dgm:prSet presAssocID="{A9EA3A6D-FD28-441E-8774-63D88315240D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5E6596-2F09-40CD-8103-027B545239A2}" type="pres">
      <dgm:prSet presAssocID="{A9EA3A6D-FD28-441E-8774-63D88315240D}" presName="wedge5" presStyleLbl="node1" presStyleIdx="4" presStyleCnt="5"/>
      <dgm:spPr/>
      <dgm:t>
        <a:bodyPr/>
        <a:lstStyle/>
        <a:p>
          <a:endParaRPr lang="en-US"/>
        </a:p>
      </dgm:t>
    </dgm:pt>
    <dgm:pt modelId="{0631F776-89BA-47DD-816C-133AF1D44BA4}" type="pres">
      <dgm:prSet presAssocID="{A9EA3A6D-FD28-441E-8774-63D88315240D}" presName="dummy5a" presStyleCnt="0"/>
      <dgm:spPr/>
    </dgm:pt>
    <dgm:pt modelId="{2D8D4383-771A-42D5-B435-66D641F245E0}" type="pres">
      <dgm:prSet presAssocID="{A9EA3A6D-FD28-441E-8774-63D88315240D}" presName="dummy5b" presStyleCnt="0"/>
      <dgm:spPr/>
    </dgm:pt>
    <dgm:pt modelId="{1DAAB054-A251-4889-9D19-D71F93C28212}" type="pres">
      <dgm:prSet presAssocID="{A9EA3A6D-FD28-441E-8774-63D88315240D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A891EE-E2AE-4E9C-A5A8-5A37F7563D06}" type="pres">
      <dgm:prSet presAssocID="{49621810-B6C3-4EA3-9C85-EABBB501A725}" presName="arrowWedge1" presStyleLbl="fgSibTrans2D1" presStyleIdx="0" presStyleCnt="5"/>
      <dgm:spPr/>
    </dgm:pt>
    <dgm:pt modelId="{B5D6E11F-3FE3-4E4E-8919-D6FCA947092D}" type="pres">
      <dgm:prSet presAssocID="{EC512E1E-6054-410B-86C8-0AC5971CCC1A}" presName="arrowWedge2" presStyleLbl="fgSibTrans2D1" presStyleIdx="1" presStyleCnt="5" custScaleX="118859" custScaleY="103223" custLinFactNeighborX="10855" custLinFactNeighborY="3819"/>
      <dgm:spPr/>
    </dgm:pt>
    <dgm:pt modelId="{B952F100-BE00-46CE-8699-F2AC9B4752B5}" type="pres">
      <dgm:prSet presAssocID="{756A36A1-86F7-4903-B224-CC6F1CF652B5}" presName="arrowWedge3" presStyleLbl="fgSibTrans2D1" presStyleIdx="2" presStyleCnt="5"/>
      <dgm:spPr/>
    </dgm:pt>
    <dgm:pt modelId="{77A61DB4-1D1D-40DC-95C4-306F097E3A19}" type="pres">
      <dgm:prSet presAssocID="{20B6F353-86B3-4F62-9E84-08F1EA325B4B}" presName="arrowWedge4" presStyleLbl="fgSibTrans2D1" presStyleIdx="3" presStyleCnt="5" custScaleX="132644" custLinFactNeighborX="-15880" custLinFactNeighborY="-1410"/>
      <dgm:spPr/>
    </dgm:pt>
    <dgm:pt modelId="{04A10E96-F94D-4852-ADAE-B0D5EA023A4F}" type="pres">
      <dgm:prSet presAssocID="{1E5578E0-E8AD-4279-8AF9-CC4C78598F9C}" presName="arrowWedge5" presStyleLbl="fgSibTrans2D1" presStyleIdx="4" presStyleCnt="5"/>
      <dgm:spPr/>
    </dgm:pt>
  </dgm:ptLst>
  <dgm:cxnLst>
    <dgm:cxn modelId="{0ECF424B-5B6C-456B-A2DB-6DE2D3751FD3}" type="presOf" srcId="{986460CC-66CA-4057-9DC4-A5000F315216}" destId="{0BE4124C-C7F9-4A47-AF56-E177458C70FC}" srcOrd="1" destOrd="0" presId="urn:microsoft.com/office/officeart/2005/8/layout/cycle8"/>
    <dgm:cxn modelId="{5F62A532-8502-4AE7-981C-A8C7B3C37019}" srcId="{A9EA3A6D-FD28-441E-8774-63D88315240D}" destId="{3AB12811-97DB-4ACC-AB2B-C65E17B35F89}" srcOrd="0" destOrd="0" parTransId="{176B70DE-4E63-4115-81C9-5AD6F6BF2E74}" sibTransId="{49621810-B6C3-4EA3-9C85-EABBB501A725}"/>
    <dgm:cxn modelId="{4566AC0B-FB47-48F6-B7F4-C4E74368A966}" srcId="{A9EA3A6D-FD28-441E-8774-63D88315240D}" destId="{F15ED494-B252-4B48-B697-4B2382C781EF}" srcOrd="4" destOrd="0" parTransId="{39AF3A3A-ECD1-4BF3-9BED-1B853B5202A2}" sibTransId="{1E5578E0-E8AD-4279-8AF9-CC4C78598F9C}"/>
    <dgm:cxn modelId="{58430361-E666-4045-B414-F2EBB51B1DEB}" srcId="{A9EA3A6D-FD28-441E-8774-63D88315240D}" destId="{085F4945-2A6C-4702-8269-105E25D9C0FE}" srcOrd="1" destOrd="0" parTransId="{34D1F3FA-9C8E-414C-8DBF-59217FF044F5}" sibTransId="{EC512E1E-6054-410B-86C8-0AC5971CCC1A}"/>
    <dgm:cxn modelId="{4F2255D9-4D83-46C5-AE05-56DB7C413665}" srcId="{A9EA3A6D-FD28-441E-8774-63D88315240D}" destId="{FF085268-DC6E-4F52-B1B3-FC2E1F207A13}" srcOrd="3" destOrd="0" parTransId="{B24A150F-A9EA-48DF-AB6D-CB6342E52248}" sibTransId="{20B6F353-86B3-4F62-9E84-08F1EA325B4B}"/>
    <dgm:cxn modelId="{26922C7B-890A-4063-9F8E-D38E4C3A2E69}" type="presOf" srcId="{3AB12811-97DB-4ACC-AB2B-C65E17B35F89}" destId="{1FAB6779-B91B-4B84-8ADB-16406782674E}" srcOrd="1" destOrd="0" presId="urn:microsoft.com/office/officeart/2005/8/layout/cycle8"/>
    <dgm:cxn modelId="{4899C5E0-28C6-461B-A9CF-81AC4182621F}" type="presOf" srcId="{986460CC-66CA-4057-9DC4-A5000F315216}" destId="{631324EC-6A30-4C41-87A3-D2A3D2523570}" srcOrd="0" destOrd="0" presId="urn:microsoft.com/office/officeart/2005/8/layout/cycle8"/>
    <dgm:cxn modelId="{9A89525A-CED0-40F2-B86A-5EFEDAF10297}" type="presOf" srcId="{F15ED494-B252-4B48-B697-4B2382C781EF}" destId="{1DAAB054-A251-4889-9D19-D71F93C28212}" srcOrd="1" destOrd="0" presId="urn:microsoft.com/office/officeart/2005/8/layout/cycle8"/>
    <dgm:cxn modelId="{3A8A7DB2-3678-45FB-9B5C-A0368C91F145}" type="presOf" srcId="{085F4945-2A6C-4702-8269-105E25D9C0FE}" destId="{33962ECC-0FF6-4174-8BA2-6BEAB30B469C}" srcOrd="0" destOrd="0" presId="urn:microsoft.com/office/officeart/2005/8/layout/cycle8"/>
    <dgm:cxn modelId="{365D1117-39DB-4D19-80A3-10FB8185E5ED}" srcId="{A9EA3A6D-FD28-441E-8774-63D88315240D}" destId="{986460CC-66CA-4057-9DC4-A5000F315216}" srcOrd="2" destOrd="0" parTransId="{BF46D44B-51E2-4CDF-AE3E-4D46138DBD25}" sibTransId="{756A36A1-86F7-4903-B224-CC6F1CF652B5}"/>
    <dgm:cxn modelId="{D63801CC-BC28-4AD5-A94D-27713C97BA58}" type="presOf" srcId="{FF085268-DC6E-4F52-B1B3-FC2E1F207A13}" destId="{F697C25C-AF43-47E0-9A04-C39703BEB776}" srcOrd="0" destOrd="0" presId="urn:microsoft.com/office/officeart/2005/8/layout/cycle8"/>
    <dgm:cxn modelId="{FCD9F45D-23CD-451B-9349-3DA601C0614A}" type="presOf" srcId="{085F4945-2A6C-4702-8269-105E25D9C0FE}" destId="{4AFFDABD-1851-4E25-8C69-53BF62CFCF64}" srcOrd="1" destOrd="0" presId="urn:microsoft.com/office/officeart/2005/8/layout/cycle8"/>
    <dgm:cxn modelId="{6788638E-4CB7-42AE-9B17-7668B67178D5}" type="presOf" srcId="{FF085268-DC6E-4F52-B1B3-FC2E1F207A13}" destId="{13F4071F-79F2-4B59-A3A2-63A03CAFF6C0}" srcOrd="1" destOrd="0" presId="urn:microsoft.com/office/officeart/2005/8/layout/cycle8"/>
    <dgm:cxn modelId="{A0907F83-89AC-4398-BCFA-A05FA6D9CD26}" type="presOf" srcId="{A9EA3A6D-FD28-441E-8774-63D88315240D}" destId="{1F0B15CB-91DD-4815-B866-0E9603310BCA}" srcOrd="0" destOrd="0" presId="urn:microsoft.com/office/officeart/2005/8/layout/cycle8"/>
    <dgm:cxn modelId="{8BBF5D1F-C977-4A95-B9F4-D21CDCD04AF8}" type="presOf" srcId="{F15ED494-B252-4B48-B697-4B2382C781EF}" destId="{335E6596-2F09-40CD-8103-027B545239A2}" srcOrd="0" destOrd="0" presId="urn:microsoft.com/office/officeart/2005/8/layout/cycle8"/>
    <dgm:cxn modelId="{3E224EDD-98D5-4F2F-AE91-BB4CD11A8E20}" type="presOf" srcId="{3AB12811-97DB-4ACC-AB2B-C65E17B35F89}" destId="{04C1F94B-DE71-41E4-B4A8-8CDA5B93ED92}" srcOrd="0" destOrd="0" presId="urn:microsoft.com/office/officeart/2005/8/layout/cycle8"/>
    <dgm:cxn modelId="{59AD6B3A-F11B-4B73-A87B-4B5A1E52B7FA}" type="presParOf" srcId="{1F0B15CB-91DD-4815-B866-0E9603310BCA}" destId="{04C1F94B-DE71-41E4-B4A8-8CDA5B93ED92}" srcOrd="0" destOrd="0" presId="urn:microsoft.com/office/officeart/2005/8/layout/cycle8"/>
    <dgm:cxn modelId="{27E4792D-CE4D-45AC-B791-4F3C7B6BBD2A}" type="presParOf" srcId="{1F0B15CB-91DD-4815-B866-0E9603310BCA}" destId="{F6698F45-C99D-4EB2-98B3-1A4CC807C487}" srcOrd="1" destOrd="0" presId="urn:microsoft.com/office/officeart/2005/8/layout/cycle8"/>
    <dgm:cxn modelId="{18FA1DC6-3D95-4C36-8349-1FDC88977619}" type="presParOf" srcId="{1F0B15CB-91DD-4815-B866-0E9603310BCA}" destId="{12D41ABC-E262-47A1-93D2-3F7A33D486AB}" srcOrd="2" destOrd="0" presId="urn:microsoft.com/office/officeart/2005/8/layout/cycle8"/>
    <dgm:cxn modelId="{CD88CABD-843A-4AC9-B38F-429B85EADBF9}" type="presParOf" srcId="{1F0B15CB-91DD-4815-B866-0E9603310BCA}" destId="{1FAB6779-B91B-4B84-8ADB-16406782674E}" srcOrd="3" destOrd="0" presId="urn:microsoft.com/office/officeart/2005/8/layout/cycle8"/>
    <dgm:cxn modelId="{BB135305-F14E-4110-80B8-32270FEAD18E}" type="presParOf" srcId="{1F0B15CB-91DD-4815-B866-0E9603310BCA}" destId="{33962ECC-0FF6-4174-8BA2-6BEAB30B469C}" srcOrd="4" destOrd="0" presId="urn:microsoft.com/office/officeart/2005/8/layout/cycle8"/>
    <dgm:cxn modelId="{FEC2BB98-F0D3-4F7F-9D10-82D3B0F40D7F}" type="presParOf" srcId="{1F0B15CB-91DD-4815-B866-0E9603310BCA}" destId="{A918A3E8-3B42-4196-A34D-51EC3BA144B5}" srcOrd="5" destOrd="0" presId="urn:microsoft.com/office/officeart/2005/8/layout/cycle8"/>
    <dgm:cxn modelId="{5FE828F9-9F56-4267-BD0C-FEEC6A59B170}" type="presParOf" srcId="{1F0B15CB-91DD-4815-B866-0E9603310BCA}" destId="{F9944B7A-719F-4A7D-9E51-2A845DAA71AF}" srcOrd="6" destOrd="0" presId="urn:microsoft.com/office/officeart/2005/8/layout/cycle8"/>
    <dgm:cxn modelId="{D2513730-B26D-46B0-93BF-64D2CE4FBDC4}" type="presParOf" srcId="{1F0B15CB-91DD-4815-B866-0E9603310BCA}" destId="{4AFFDABD-1851-4E25-8C69-53BF62CFCF64}" srcOrd="7" destOrd="0" presId="urn:microsoft.com/office/officeart/2005/8/layout/cycle8"/>
    <dgm:cxn modelId="{1BFF2FF5-4EAC-4265-B48A-6C13BAF061E3}" type="presParOf" srcId="{1F0B15CB-91DD-4815-B866-0E9603310BCA}" destId="{631324EC-6A30-4C41-87A3-D2A3D2523570}" srcOrd="8" destOrd="0" presId="urn:microsoft.com/office/officeart/2005/8/layout/cycle8"/>
    <dgm:cxn modelId="{A4D620AE-DCE3-4CEA-9034-55D9FB503FCE}" type="presParOf" srcId="{1F0B15CB-91DD-4815-B866-0E9603310BCA}" destId="{6459386D-B7CC-4DAF-A845-F4480A62BC22}" srcOrd="9" destOrd="0" presId="urn:microsoft.com/office/officeart/2005/8/layout/cycle8"/>
    <dgm:cxn modelId="{2B578788-32AF-4DF0-8184-113F1F35300F}" type="presParOf" srcId="{1F0B15CB-91DD-4815-B866-0E9603310BCA}" destId="{0DCAD7AD-E8D2-431E-A93D-EC08CAE4A2A0}" srcOrd="10" destOrd="0" presId="urn:microsoft.com/office/officeart/2005/8/layout/cycle8"/>
    <dgm:cxn modelId="{F547B027-FE91-4CDA-A4B8-D95F616CB7EB}" type="presParOf" srcId="{1F0B15CB-91DD-4815-B866-0E9603310BCA}" destId="{0BE4124C-C7F9-4A47-AF56-E177458C70FC}" srcOrd="11" destOrd="0" presId="urn:microsoft.com/office/officeart/2005/8/layout/cycle8"/>
    <dgm:cxn modelId="{22AB62D1-85E3-4B66-9D1F-69D7847B9111}" type="presParOf" srcId="{1F0B15CB-91DD-4815-B866-0E9603310BCA}" destId="{F697C25C-AF43-47E0-9A04-C39703BEB776}" srcOrd="12" destOrd="0" presId="urn:microsoft.com/office/officeart/2005/8/layout/cycle8"/>
    <dgm:cxn modelId="{3067B92C-039F-4F85-9030-B2B9A883EA4D}" type="presParOf" srcId="{1F0B15CB-91DD-4815-B866-0E9603310BCA}" destId="{E7F46448-184D-4EF4-80D0-B8F0566DB917}" srcOrd="13" destOrd="0" presId="urn:microsoft.com/office/officeart/2005/8/layout/cycle8"/>
    <dgm:cxn modelId="{F8C4B1FA-49AE-41C6-BE84-EED79CCFDE35}" type="presParOf" srcId="{1F0B15CB-91DD-4815-B866-0E9603310BCA}" destId="{381EC3E6-3D96-411E-A7B3-07C5BAA16797}" srcOrd="14" destOrd="0" presId="urn:microsoft.com/office/officeart/2005/8/layout/cycle8"/>
    <dgm:cxn modelId="{AA540EE7-A8AD-4BBE-9858-973DEF57EE46}" type="presParOf" srcId="{1F0B15CB-91DD-4815-B866-0E9603310BCA}" destId="{13F4071F-79F2-4B59-A3A2-63A03CAFF6C0}" srcOrd="15" destOrd="0" presId="urn:microsoft.com/office/officeart/2005/8/layout/cycle8"/>
    <dgm:cxn modelId="{CB1B0639-F1B0-495C-95DF-4C02441A57C8}" type="presParOf" srcId="{1F0B15CB-91DD-4815-B866-0E9603310BCA}" destId="{335E6596-2F09-40CD-8103-027B545239A2}" srcOrd="16" destOrd="0" presId="urn:microsoft.com/office/officeart/2005/8/layout/cycle8"/>
    <dgm:cxn modelId="{4D0076B5-95DE-40A7-A243-B9D43E4ACBF4}" type="presParOf" srcId="{1F0B15CB-91DD-4815-B866-0E9603310BCA}" destId="{0631F776-89BA-47DD-816C-133AF1D44BA4}" srcOrd="17" destOrd="0" presId="urn:microsoft.com/office/officeart/2005/8/layout/cycle8"/>
    <dgm:cxn modelId="{18CFFBF5-AAD0-4AD1-9D0A-E48D42E7EBC6}" type="presParOf" srcId="{1F0B15CB-91DD-4815-B866-0E9603310BCA}" destId="{2D8D4383-771A-42D5-B435-66D641F245E0}" srcOrd="18" destOrd="0" presId="urn:microsoft.com/office/officeart/2005/8/layout/cycle8"/>
    <dgm:cxn modelId="{3ACC6FF3-D7F0-4AB0-943E-0D9465F001BE}" type="presParOf" srcId="{1F0B15CB-91DD-4815-B866-0E9603310BCA}" destId="{1DAAB054-A251-4889-9D19-D71F93C28212}" srcOrd="19" destOrd="0" presId="urn:microsoft.com/office/officeart/2005/8/layout/cycle8"/>
    <dgm:cxn modelId="{B8F997E6-8479-4A14-AA11-349A8A6ABA02}" type="presParOf" srcId="{1F0B15CB-91DD-4815-B866-0E9603310BCA}" destId="{ABA891EE-E2AE-4E9C-A5A8-5A37F7563D06}" srcOrd="20" destOrd="0" presId="urn:microsoft.com/office/officeart/2005/8/layout/cycle8"/>
    <dgm:cxn modelId="{F1C36950-3DB6-4E48-8C2B-5DD54893114A}" type="presParOf" srcId="{1F0B15CB-91DD-4815-B866-0E9603310BCA}" destId="{B5D6E11F-3FE3-4E4E-8919-D6FCA947092D}" srcOrd="21" destOrd="0" presId="urn:microsoft.com/office/officeart/2005/8/layout/cycle8"/>
    <dgm:cxn modelId="{D0A9E5B1-50D2-47E9-B598-88079FE3D699}" type="presParOf" srcId="{1F0B15CB-91DD-4815-B866-0E9603310BCA}" destId="{B952F100-BE00-46CE-8699-F2AC9B4752B5}" srcOrd="22" destOrd="0" presId="urn:microsoft.com/office/officeart/2005/8/layout/cycle8"/>
    <dgm:cxn modelId="{3F7258FE-EC35-412A-80EE-93E6DEF189DF}" type="presParOf" srcId="{1F0B15CB-91DD-4815-B866-0E9603310BCA}" destId="{77A61DB4-1D1D-40DC-95C4-306F097E3A19}" srcOrd="23" destOrd="0" presId="urn:microsoft.com/office/officeart/2005/8/layout/cycle8"/>
    <dgm:cxn modelId="{340EC828-9535-4C39-B13A-02A6A7161AC7}" type="presParOf" srcId="{1F0B15CB-91DD-4815-B866-0E9603310BCA}" destId="{04A10E96-F94D-4852-ADAE-B0D5EA023A4F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DD7274B-2FA7-461E-833A-5634718B051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9B64B77-1BA7-4C7C-B2AC-3E37A23EA18D}">
      <dgm:prSet/>
      <dgm:spPr/>
      <dgm:t>
        <a:bodyPr/>
        <a:lstStyle/>
        <a:p>
          <a:r>
            <a:rPr lang="en-IN" b="1"/>
            <a:t>Components of a Business Model</a:t>
          </a:r>
          <a:r>
            <a:rPr lang="en-IN"/>
            <a:t>:</a:t>
          </a:r>
        </a:p>
      </dgm:t>
    </dgm:pt>
    <dgm:pt modelId="{F219A52A-9DA9-4D15-9F6C-825CB5D6585C}" type="parTrans" cxnId="{67D1F2F4-B058-4B2C-BA97-C95A4E73543D}">
      <dgm:prSet/>
      <dgm:spPr/>
      <dgm:t>
        <a:bodyPr/>
        <a:lstStyle/>
        <a:p>
          <a:endParaRPr lang="en-IN"/>
        </a:p>
      </dgm:t>
    </dgm:pt>
    <dgm:pt modelId="{C34F1BF2-9E69-4ABE-8FDD-5582ECB02D25}" type="sibTrans" cxnId="{67D1F2F4-B058-4B2C-BA97-C95A4E73543D}">
      <dgm:prSet/>
      <dgm:spPr/>
      <dgm:t>
        <a:bodyPr/>
        <a:lstStyle/>
        <a:p>
          <a:endParaRPr lang="en-IN"/>
        </a:p>
      </dgm:t>
    </dgm:pt>
    <dgm:pt modelId="{BCC8D02B-C774-43EE-AF90-3CC40FD2F0F8}">
      <dgm:prSet/>
      <dgm:spPr/>
      <dgm:t>
        <a:bodyPr/>
        <a:lstStyle/>
        <a:p>
          <a:r>
            <a:rPr lang="en-IN" b="1"/>
            <a:t>Value Proposition</a:t>
          </a:r>
          <a:r>
            <a:rPr lang="en-IN"/>
            <a:t>: What value does the company deliver to customers?</a:t>
          </a:r>
        </a:p>
      </dgm:t>
    </dgm:pt>
    <dgm:pt modelId="{B00F32D5-AF9C-432E-9DFB-01796900A3AF}" type="parTrans" cxnId="{A63662CC-3B6B-465B-8551-263B4A1703AB}">
      <dgm:prSet/>
      <dgm:spPr/>
      <dgm:t>
        <a:bodyPr/>
        <a:lstStyle/>
        <a:p>
          <a:endParaRPr lang="en-IN"/>
        </a:p>
      </dgm:t>
    </dgm:pt>
    <dgm:pt modelId="{36052EF1-6CE5-4A7E-9414-C19A17CA0B9F}" type="sibTrans" cxnId="{A63662CC-3B6B-465B-8551-263B4A1703AB}">
      <dgm:prSet/>
      <dgm:spPr/>
      <dgm:t>
        <a:bodyPr/>
        <a:lstStyle/>
        <a:p>
          <a:endParaRPr lang="en-IN"/>
        </a:p>
      </dgm:t>
    </dgm:pt>
    <dgm:pt modelId="{A32C07FA-8D7E-42FC-A7CC-233CE66FF525}">
      <dgm:prSet/>
      <dgm:spPr/>
      <dgm:t>
        <a:bodyPr/>
        <a:lstStyle/>
        <a:p>
          <a:r>
            <a:rPr lang="en-IN" b="1"/>
            <a:t>Revenue Streams</a:t>
          </a:r>
          <a:r>
            <a:rPr lang="en-IN"/>
            <a:t>: How does the company make money?</a:t>
          </a:r>
        </a:p>
      </dgm:t>
    </dgm:pt>
    <dgm:pt modelId="{70A6714A-A530-4558-BE58-91B8109EB5E3}" type="parTrans" cxnId="{EE19053E-A239-4FD1-A90A-BC67E8874F73}">
      <dgm:prSet/>
      <dgm:spPr/>
      <dgm:t>
        <a:bodyPr/>
        <a:lstStyle/>
        <a:p>
          <a:endParaRPr lang="en-IN"/>
        </a:p>
      </dgm:t>
    </dgm:pt>
    <dgm:pt modelId="{DF7D4507-5A35-48CD-A7EE-41EE27974C4B}" type="sibTrans" cxnId="{EE19053E-A239-4FD1-A90A-BC67E8874F73}">
      <dgm:prSet/>
      <dgm:spPr/>
      <dgm:t>
        <a:bodyPr/>
        <a:lstStyle/>
        <a:p>
          <a:endParaRPr lang="en-IN"/>
        </a:p>
      </dgm:t>
    </dgm:pt>
    <dgm:pt modelId="{737B70E4-F7AE-4169-8D04-C113CA388967}">
      <dgm:prSet/>
      <dgm:spPr/>
      <dgm:t>
        <a:bodyPr/>
        <a:lstStyle/>
        <a:p>
          <a:r>
            <a:rPr lang="en-IN" b="1" dirty="0"/>
            <a:t>Cost Structure</a:t>
          </a:r>
          <a:r>
            <a:rPr lang="en-IN" dirty="0"/>
            <a:t>: What are the major costs involved in delivering value?</a:t>
          </a:r>
        </a:p>
      </dgm:t>
    </dgm:pt>
    <dgm:pt modelId="{C9D822ED-C7CF-49F1-9164-47F6E6E00EE0}" type="parTrans" cxnId="{FBBBF3FC-5A9F-41F7-B893-0F560D3DBC2B}">
      <dgm:prSet/>
      <dgm:spPr/>
      <dgm:t>
        <a:bodyPr/>
        <a:lstStyle/>
        <a:p>
          <a:endParaRPr lang="en-IN"/>
        </a:p>
      </dgm:t>
    </dgm:pt>
    <dgm:pt modelId="{73D73401-03FA-4EB6-B886-6CE608BB5FA2}" type="sibTrans" cxnId="{FBBBF3FC-5A9F-41F7-B893-0F560D3DBC2B}">
      <dgm:prSet/>
      <dgm:spPr/>
      <dgm:t>
        <a:bodyPr/>
        <a:lstStyle/>
        <a:p>
          <a:endParaRPr lang="en-IN"/>
        </a:p>
      </dgm:t>
    </dgm:pt>
    <dgm:pt modelId="{F458893F-3148-416D-92CD-6E365B23FE78}">
      <dgm:prSet/>
      <dgm:spPr/>
      <dgm:t>
        <a:bodyPr/>
        <a:lstStyle/>
        <a:p>
          <a:r>
            <a:rPr lang="en-IN" b="1"/>
            <a:t>Customer Segments</a:t>
          </a:r>
          <a:r>
            <a:rPr lang="en-IN"/>
            <a:t>: Who are the company’s customers?</a:t>
          </a:r>
        </a:p>
      </dgm:t>
    </dgm:pt>
    <dgm:pt modelId="{49B9995D-C164-4BE9-9442-52506A92A8B9}" type="parTrans" cxnId="{FE63D88C-A33A-41F6-89FD-8C7574AB49F9}">
      <dgm:prSet/>
      <dgm:spPr/>
      <dgm:t>
        <a:bodyPr/>
        <a:lstStyle/>
        <a:p>
          <a:endParaRPr lang="en-IN"/>
        </a:p>
      </dgm:t>
    </dgm:pt>
    <dgm:pt modelId="{ED448581-D098-42D1-959C-9ECAAE5CE20E}" type="sibTrans" cxnId="{FE63D88C-A33A-41F6-89FD-8C7574AB49F9}">
      <dgm:prSet/>
      <dgm:spPr/>
      <dgm:t>
        <a:bodyPr/>
        <a:lstStyle/>
        <a:p>
          <a:endParaRPr lang="en-IN"/>
        </a:p>
      </dgm:t>
    </dgm:pt>
    <dgm:pt modelId="{65A8F347-B6E8-458B-B45C-2784D55EB3FB}">
      <dgm:prSet/>
      <dgm:spPr/>
      <dgm:t>
        <a:bodyPr/>
        <a:lstStyle/>
        <a:p>
          <a:r>
            <a:rPr lang="en-IN" b="1"/>
            <a:t>Channels</a:t>
          </a:r>
          <a:r>
            <a:rPr lang="en-IN"/>
            <a:t>: How does the company reach its customers?</a:t>
          </a:r>
        </a:p>
      </dgm:t>
    </dgm:pt>
    <dgm:pt modelId="{B9D0D81D-5B4A-4EEF-A00B-153FD7876684}" type="parTrans" cxnId="{9126FE11-7035-429B-B3E8-46CB40599E60}">
      <dgm:prSet/>
      <dgm:spPr/>
      <dgm:t>
        <a:bodyPr/>
        <a:lstStyle/>
        <a:p>
          <a:endParaRPr lang="en-IN"/>
        </a:p>
      </dgm:t>
    </dgm:pt>
    <dgm:pt modelId="{3D3123A8-4685-48FE-932E-7EB49BB4D9E2}" type="sibTrans" cxnId="{9126FE11-7035-429B-B3E8-46CB40599E60}">
      <dgm:prSet/>
      <dgm:spPr/>
      <dgm:t>
        <a:bodyPr/>
        <a:lstStyle/>
        <a:p>
          <a:endParaRPr lang="en-IN"/>
        </a:p>
      </dgm:t>
    </dgm:pt>
    <dgm:pt modelId="{D4D7F958-0A1B-43FF-9480-1CB9CB508A04}">
      <dgm:prSet/>
      <dgm:spPr/>
      <dgm:t>
        <a:bodyPr/>
        <a:lstStyle/>
        <a:p>
          <a:r>
            <a:rPr lang="en-IN" b="1" dirty="0"/>
            <a:t>Customer Relationships</a:t>
          </a:r>
          <a:r>
            <a:rPr lang="en-IN" dirty="0"/>
            <a:t>: How does the company interact with its customers?</a:t>
          </a:r>
        </a:p>
      </dgm:t>
    </dgm:pt>
    <dgm:pt modelId="{B5EE38B0-5E1D-4A44-AF6B-F0AF65ABD2DC}" type="parTrans" cxnId="{BAD01B99-78A5-44D4-9B73-D47494D4CE49}">
      <dgm:prSet/>
      <dgm:spPr/>
      <dgm:t>
        <a:bodyPr/>
        <a:lstStyle/>
        <a:p>
          <a:endParaRPr lang="en-IN"/>
        </a:p>
      </dgm:t>
    </dgm:pt>
    <dgm:pt modelId="{BE8DC37C-C601-438E-A04F-06BAF6B64F1E}" type="sibTrans" cxnId="{BAD01B99-78A5-44D4-9B73-D47494D4CE49}">
      <dgm:prSet/>
      <dgm:spPr/>
      <dgm:t>
        <a:bodyPr/>
        <a:lstStyle/>
        <a:p>
          <a:endParaRPr lang="en-IN"/>
        </a:p>
      </dgm:t>
    </dgm:pt>
    <dgm:pt modelId="{2F787B96-6EFF-4C2B-A63D-2B71477DAC44}">
      <dgm:prSet/>
      <dgm:spPr/>
      <dgm:t>
        <a:bodyPr/>
        <a:lstStyle/>
        <a:p>
          <a:r>
            <a:rPr lang="en-IN" b="1"/>
            <a:t>Key Resources</a:t>
          </a:r>
          <a:r>
            <a:rPr lang="en-IN"/>
            <a:t>: What resources are essential to the business?</a:t>
          </a:r>
        </a:p>
      </dgm:t>
    </dgm:pt>
    <dgm:pt modelId="{3F8160C8-9A07-40FD-B132-317FBCAD5AD3}" type="parTrans" cxnId="{7DF2048C-721E-4ECD-A510-27D6B146527D}">
      <dgm:prSet/>
      <dgm:spPr/>
      <dgm:t>
        <a:bodyPr/>
        <a:lstStyle/>
        <a:p>
          <a:endParaRPr lang="en-IN"/>
        </a:p>
      </dgm:t>
    </dgm:pt>
    <dgm:pt modelId="{7CEB33C0-D00B-4EAD-B052-CB60B195A628}" type="sibTrans" cxnId="{7DF2048C-721E-4ECD-A510-27D6B146527D}">
      <dgm:prSet/>
      <dgm:spPr/>
      <dgm:t>
        <a:bodyPr/>
        <a:lstStyle/>
        <a:p>
          <a:endParaRPr lang="en-IN"/>
        </a:p>
      </dgm:t>
    </dgm:pt>
    <dgm:pt modelId="{F05B0905-C777-4C61-937A-89EB741EC139}">
      <dgm:prSet/>
      <dgm:spPr/>
      <dgm:t>
        <a:bodyPr/>
        <a:lstStyle/>
        <a:p>
          <a:r>
            <a:rPr lang="en-IN" b="1"/>
            <a:t>Key Activities</a:t>
          </a:r>
          <a:r>
            <a:rPr lang="en-IN"/>
            <a:t>: What activities are crucial to delivering value?</a:t>
          </a:r>
        </a:p>
      </dgm:t>
    </dgm:pt>
    <dgm:pt modelId="{5F1E7DF7-A14F-4559-BD85-22C7E2CC5F97}" type="parTrans" cxnId="{25D8A84B-7529-4C55-A61C-6C20514DC745}">
      <dgm:prSet/>
      <dgm:spPr/>
      <dgm:t>
        <a:bodyPr/>
        <a:lstStyle/>
        <a:p>
          <a:endParaRPr lang="en-IN"/>
        </a:p>
      </dgm:t>
    </dgm:pt>
    <dgm:pt modelId="{6C728AFB-3142-4063-9F3B-55AA4D5C097E}" type="sibTrans" cxnId="{25D8A84B-7529-4C55-A61C-6C20514DC745}">
      <dgm:prSet/>
      <dgm:spPr/>
      <dgm:t>
        <a:bodyPr/>
        <a:lstStyle/>
        <a:p>
          <a:endParaRPr lang="en-IN"/>
        </a:p>
      </dgm:t>
    </dgm:pt>
    <dgm:pt modelId="{D7CF9055-B7E2-4D30-A4B1-5FBA19E5A0E7}">
      <dgm:prSet/>
      <dgm:spPr/>
      <dgm:t>
        <a:bodyPr/>
        <a:lstStyle/>
        <a:p>
          <a:r>
            <a:rPr lang="en-IN" b="1"/>
            <a:t>Key Partnerships</a:t>
          </a:r>
          <a:r>
            <a:rPr lang="en-IN"/>
            <a:t>: What partnerships are important?</a:t>
          </a:r>
        </a:p>
      </dgm:t>
    </dgm:pt>
    <dgm:pt modelId="{EF59129B-056F-4DFD-9CEA-C62B8FA44A4B}" type="parTrans" cxnId="{7BFC1521-58B8-4C72-8A1C-0539A5C27859}">
      <dgm:prSet/>
      <dgm:spPr/>
      <dgm:t>
        <a:bodyPr/>
        <a:lstStyle/>
        <a:p>
          <a:endParaRPr lang="en-IN"/>
        </a:p>
      </dgm:t>
    </dgm:pt>
    <dgm:pt modelId="{C99264CB-5C19-4ADF-8595-1885A2C9FDED}" type="sibTrans" cxnId="{7BFC1521-58B8-4C72-8A1C-0539A5C27859}">
      <dgm:prSet/>
      <dgm:spPr/>
      <dgm:t>
        <a:bodyPr/>
        <a:lstStyle/>
        <a:p>
          <a:endParaRPr lang="en-IN"/>
        </a:p>
      </dgm:t>
    </dgm:pt>
    <dgm:pt modelId="{3E500650-9270-427B-AA20-C245F06F6EE9}" type="pres">
      <dgm:prSet presAssocID="{ADD7274B-2FA7-461E-833A-5634718B051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484681B-6099-4BD0-BBD1-77AC93999047}" type="pres">
      <dgm:prSet presAssocID="{C9B64B77-1BA7-4C7C-B2AC-3E37A23EA18D}" presName="linNode" presStyleCnt="0"/>
      <dgm:spPr/>
    </dgm:pt>
    <dgm:pt modelId="{5E16F1EA-AB15-4A44-9A2E-84C3403BA425}" type="pres">
      <dgm:prSet presAssocID="{C9B64B77-1BA7-4C7C-B2AC-3E37A23EA18D}" presName="parentText" presStyleLbl="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B22444-3431-48F7-8C8E-EB1C4624E09D}" type="pres">
      <dgm:prSet presAssocID="{C9B64B77-1BA7-4C7C-B2AC-3E37A23EA18D}" presName="descendantText" presStyleLbl="alignAccFollowNode1" presStyleIdx="0" presStyleCnt="1" custScaleY="869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B7BB20-6374-430A-84E8-362DC6191E88}" type="presOf" srcId="{F05B0905-C777-4C61-937A-89EB741EC139}" destId="{01B22444-3431-48F7-8C8E-EB1C4624E09D}" srcOrd="0" destOrd="7" presId="urn:microsoft.com/office/officeart/2005/8/layout/vList5"/>
    <dgm:cxn modelId="{BAD01B99-78A5-44D4-9B73-D47494D4CE49}" srcId="{C9B64B77-1BA7-4C7C-B2AC-3E37A23EA18D}" destId="{D4D7F958-0A1B-43FF-9480-1CB9CB508A04}" srcOrd="5" destOrd="0" parTransId="{B5EE38B0-5E1D-4A44-AF6B-F0AF65ABD2DC}" sibTransId="{BE8DC37C-C601-438E-A04F-06BAF6B64F1E}"/>
    <dgm:cxn modelId="{A60D6391-647D-4560-A02C-8F36C0E97A38}" type="presOf" srcId="{F458893F-3148-416D-92CD-6E365B23FE78}" destId="{01B22444-3431-48F7-8C8E-EB1C4624E09D}" srcOrd="0" destOrd="3" presId="urn:microsoft.com/office/officeart/2005/8/layout/vList5"/>
    <dgm:cxn modelId="{25D8A84B-7529-4C55-A61C-6C20514DC745}" srcId="{C9B64B77-1BA7-4C7C-B2AC-3E37A23EA18D}" destId="{F05B0905-C777-4C61-937A-89EB741EC139}" srcOrd="7" destOrd="0" parTransId="{5F1E7DF7-A14F-4559-BD85-22C7E2CC5F97}" sibTransId="{6C728AFB-3142-4063-9F3B-55AA4D5C097E}"/>
    <dgm:cxn modelId="{9126FE11-7035-429B-B3E8-46CB40599E60}" srcId="{C9B64B77-1BA7-4C7C-B2AC-3E37A23EA18D}" destId="{65A8F347-B6E8-458B-B45C-2784D55EB3FB}" srcOrd="4" destOrd="0" parTransId="{B9D0D81D-5B4A-4EEF-A00B-153FD7876684}" sibTransId="{3D3123A8-4685-48FE-932E-7EB49BB4D9E2}"/>
    <dgm:cxn modelId="{FE63D88C-A33A-41F6-89FD-8C7574AB49F9}" srcId="{C9B64B77-1BA7-4C7C-B2AC-3E37A23EA18D}" destId="{F458893F-3148-416D-92CD-6E365B23FE78}" srcOrd="3" destOrd="0" parTransId="{49B9995D-C164-4BE9-9442-52506A92A8B9}" sibTransId="{ED448581-D098-42D1-959C-9ECAAE5CE20E}"/>
    <dgm:cxn modelId="{EE19053E-A239-4FD1-A90A-BC67E8874F73}" srcId="{C9B64B77-1BA7-4C7C-B2AC-3E37A23EA18D}" destId="{A32C07FA-8D7E-42FC-A7CC-233CE66FF525}" srcOrd="1" destOrd="0" parTransId="{70A6714A-A530-4558-BE58-91B8109EB5E3}" sibTransId="{DF7D4507-5A35-48CD-A7EE-41EE27974C4B}"/>
    <dgm:cxn modelId="{FBBBF3FC-5A9F-41F7-B893-0F560D3DBC2B}" srcId="{C9B64B77-1BA7-4C7C-B2AC-3E37A23EA18D}" destId="{737B70E4-F7AE-4169-8D04-C113CA388967}" srcOrd="2" destOrd="0" parTransId="{C9D822ED-C7CF-49F1-9164-47F6E6E00EE0}" sibTransId="{73D73401-03FA-4EB6-B886-6CE608BB5FA2}"/>
    <dgm:cxn modelId="{7DF2048C-721E-4ECD-A510-27D6B146527D}" srcId="{C9B64B77-1BA7-4C7C-B2AC-3E37A23EA18D}" destId="{2F787B96-6EFF-4C2B-A63D-2B71477DAC44}" srcOrd="6" destOrd="0" parTransId="{3F8160C8-9A07-40FD-B132-317FBCAD5AD3}" sibTransId="{7CEB33C0-D00B-4EAD-B052-CB60B195A628}"/>
    <dgm:cxn modelId="{A63662CC-3B6B-465B-8551-263B4A1703AB}" srcId="{C9B64B77-1BA7-4C7C-B2AC-3E37A23EA18D}" destId="{BCC8D02B-C774-43EE-AF90-3CC40FD2F0F8}" srcOrd="0" destOrd="0" parTransId="{B00F32D5-AF9C-432E-9DFB-01796900A3AF}" sibTransId="{36052EF1-6CE5-4A7E-9414-C19A17CA0B9F}"/>
    <dgm:cxn modelId="{7BFC1521-58B8-4C72-8A1C-0539A5C27859}" srcId="{C9B64B77-1BA7-4C7C-B2AC-3E37A23EA18D}" destId="{D7CF9055-B7E2-4D30-A4B1-5FBA19E5A0E7}" srcOrd="8" destOrd="0" parTransId="{EF59129B-056F-4DFD-9CEA-C62B8FA44A4B}" sibTransId="{C99264CB-5C19-4ADF-8595-1885A2C9FDED}"/>
    <dgm:cxn modelId="{252237D3-E2D9-4C3F-A4A7-6797733D6F43}" type="presOf" srcId="{BCC8D02B-C774-43EE-AF90-3CC40FD2F0F8}" destId="{01B22444-3431-48F7-8C8E-EB1C4624E09D}" srcOrd="0" destOrd="0" presId="urn:microsoft.com/office/officeart/2005/8/layout/vList5"/>
    <dgm:cxn modelId="{A4EFA51B-ADF6-4DF3-A235-3060A04E7271}" type="presOf" srcId="{A32C07FA-8D7E-42FC-A7CC-233CE66FF525}" destId="{01B22444-3431-48F7-8C8E-EB1C4624E09D}" srcOrd="0" destOrd="1" presId="urn:microsoft.com/office/officeart/2005/8/layout/vList5"/>
    <dgm:cxn modelId="{67D1F2F4-B058-4B2C-BA97-C95A4E73543D}" srcId="{ADD7274B-2FA7-461E-833A-5634718B0514}" destId="{C9B64B77-1BA7-4C7C-B2AC-3E37A23EA18D}" srcOrd="0" destOrd="0" parTransId="{F219A52A-9DA9-4D15-9F6C-825CB5D6585C}" sibTransId="{C34F1BF2-9E69-4ABE-8FDD-5582ECB02D25}"/>
    <dgm:cxn modelId="{48862843-8C5E-49F0-A5E4-86315806BFF5}" type="presOf" srcId="{2F787B96-6EFF-4C2B-A63D-2B71477DAC44}" destId="{01B22444-3431-48F7-8C8E-EB1C4624E09D}" srcOrd="0" destOrd="6" presId="urn:microsoft.com/office/officeart/2005/8/layout/vList5"/>
    <dgm:cxn modelId="{1171C092-C5A3-4E63-83D6-58C50F854DEF}" type="presOf" srcId="{D4D7F958-0A1B-43FF-9480-1CB9CB508A04}" destId="{01B22444-3431-48F7-8C8E-EB1C4624E09D}" srcOrd="0" destOrd="5" presId="urn:microsoft.com/office/officeart/2005/8/layout/vList5"/>
    <dgm:cxn modelId="{0F7125A6-B9F0-4D61-8F3C-48C9D161E58C}" type="presOf" srcId="{D7CF9055-B7E2-4D30-A4B1-5FBA19E5A0E7}" destId="{01B22444-3431-48F7-8C8E-EB1C4624E09D}" srcOrd="0" destOrd="8" presId="urn:microsoft.com/office/officeart/2005/8/layout/vList5"/>
    <dgm:cxn modelId="{F1AA6D00-F907-40FB-9364-7AFD7A850653}" type="presOf" srcId="{ADD7274B-2FA7-461E-833A-5634718B0514}" destId="{3E500650-9270-427B-AA20-C245F06F6EE9}" srcOrd="0" destOrd="0" presId="urn:microsoft.com/office/officeart/2005/8/layout/vList5"/>
    <dgm:cxn modelId="{51CCFA47-21FA-4FFC-AA52-EF721EFD65D0}" type="presOf" srcId="{65A8F347-B6E8-458B-B45C-2784D55EB3FB}" destId="{01B22444-3431-48F7-8C8E-EB1C4624E09D}" srcOrd="0" destOrd="4" presId="urn:microsoft.com/office/officeart/2005/8/layout/vList5"/>
    <dgm:cxn modelId="{5F73F40D-2154-452E-B5EA-1DC9C68D96C7}" type="presOf" srcId="{C9B64B77-1BA7-4C7C-B2AC-3E37A23EA18D}" destId="{5E16F1EA-AB15-4A44-9A2E-84C3403BA425}" srcOrd="0" destOrd="0" presId="urn:microsoft.com/office/officeart/2005/8/layout/vList5"/>
    <dgm:cxn modelId="{4937469F-DFD5-44E2-BDF9-A8F5E37652B0}" type="presOf" srcId="{737B70E4-F7AE-4169-8D04-C113CA388967}" destId="{01B22444-3431-48F7-8C8E-EB1C4624E09D}" srcOrd="0" destOrd="2" presId="urn:microsoft.com/office/officeart/2005/8/layout/vList5"/>
    <dgm:cxn modelId="{A3E7876D-E659-4AD3-B8D8-54D5375DB5D6}" type="presParOf" srcId="{3E500650-9270-427B-AA20-C245F06F6EE9}" destId="{A484681B-6099-4BD0-BBD1-77AC93999047}" srcOrd="0" destOrd="0" presId="urn:microsoft.com/office/officeart/2005/8/layout/vList5"/>
    <dgm:cxn modelId="{355BB2DE-5E7B-4396-B444-E51F07BB3A80}" type="presParOf" srcId="{A484681B-6099-4BD0-BBD1-77AC93999047}" destId="{5E16F1EA-AB15-4A44-9A2E-84C3403BA425}" srcOrd="0" destOrd="0" presId="urn:microsoft.com/office/officeart/2005/8/layout/vList5"/>
    <dgm:cxn modelId="{01B0C462-7714-481D-B5FC-B2DAF0979C8A}" type="presParOf" srcId="{A484681B-6099-4BD0-BBD1-77AC93999047}" destId="{01B22444-3431-48F7-8C8E-EB1C4624E09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C33A1BB-7270-4386-9EBD-2DFF520FC04A}" type="doc">
      <dgm:prSet loTypeId="urn:microsoft.com/office/officeart/2005/8/layout/chevron2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55DE69A-5AB1-45E3-9E56-B63C5C6EA737}">
      <dgm:prSet/>
      <dgm:spPr/>
      <dgm:t>
        <a:bodyPr/>
        <a:lstStyle/>
        <a:p>
          <a:r>
            <a:rPr lang="en-IN" b="1" dirty="0"/>
            <a:t>How to Create a Business Model</a:t>
          </a:r>
          <a:endParaRPr lang="en-IN" dirty="0"/>
        </a:p>
      </dgm:t>
    </dgm:pt>
    <dgm:pt modelId="{B225D5CC-6537-449D-AFBE-E9F09607B4CE}" type="parTrans" cxnId="{E2F9F003-35EE-4D45-9B93-F4D31300C7E9}">
      <dgm:prSet/>
      <dgm:spPr/>
      <dgm:t>
        <a:bodyPr/>
        <a:lstStyle/>
        <a:p>
          <a:endParaRPr lang="en-IN"/>
        </a:p>
      </dgm:t>
    </dgm:pt>
    <dgm:pt modelId="{B3CC984E-69EA-47E4-91C6-BB2599DFE450}" type="sibTrans" cxnId="{E2F9F003-35EE-4D45-9B93-F4D31300C7E9}">
      <dgm:prSet/>
      <dgm:spPr/>
      <dgm:t>
        <a:bodyPr/>
        <a:lstStyle/>
        <a:p>
          <a:endParaRPr lang="en-IN"/>
        </a:p>
      </dgm:t>
    </dgm:pt>
    <dgm:pt modelId="{9A3660B8-C7A5-4C7C-89BC-F623C569547D}">
      <dgm:prSet/>
      <dgm:spPr/>
      <dgm:t>
        <a:bodyPr/>
        <a:lstStyle/>
        <a:p>
          <a:r>
            <a:rPr lang="en-IN" b="1"/>
            <a:t>Identify Your Audience</a:t>
          </a:r>
          <a:r>
            <a:rPr lang="en-IN"/>
            <a:t>: Define your target market to tailor your product, messaging, and approach.</a:t>
          </a:r>
        </a:p>
      </dgm:t>
    </dgm:pt>
    <dgm:pt modelId="{DA92D144-4EE5-4FB1-9E59-BA770DFBA3C3}" type="parTrans" cxnId="{095EF344-EE63-4E14-ACEB-61BC071B2982}">
      <dgm:prSet/>
      <dgm:spPr/>
      <dgm:t>
        <a:bodyPr/>
        <a:lstStyle/>
        <a:p>
          <a:endParaRPr lang="en-IN"/>
        </a:p>
      </dgm:t>
    </dgm:pt>
    <dgm:pt modelId="{F8710EBF-CA91-4978-9AEE-4E040B298199}" type="sibTrans" cxnId="{095EF344-EE63-4E14-ACEB-61BC071B2982}">
      <dgm:prSet/>
      <dgm:spPr/>
      <dgm:t>
        <a:bodyPr/>
        <a:lstStyle/>
        <a:p>
          <a:endParaRPr lang="en-IN"/>
        </a:p>
      </dgm:t>
    </dgm:pt>
    <dgm:pt modelId="{1409C92D-6B1C-449A-A99E-D83F8F366CFE}">
      <dgm:prSet/>
      <dgm:spPr/>
      <dgm:t>
        <a:bodyPr/>
        <a:lstStyle/>
        <a:p>
          <a:r>
            <a:rPr lang="en-IN" b="1"/>
            <a:t>Define the Problem</a:t>
          </a:r>
          <a:r>
            <a:rPr lang="en-IN"/>
            <a:t>: Understand the problem your business aims to solve.</a:t>
          </a:r>
        </a:p>
      </dgm:t>
    </dgm:pt>
    <dgm:pt modelId="{1522B0CB-8022-4E5C-B053-80676E29C4AD}" type="parTrans" cxnId="{B60A929C-44A1-408D-86B3-E72FEBDFFFA5}">
      <dgm:prSet/>
      <dgm:spPr/>
      <dgm:t>
        <a:bodyPr/>
        <a:lstStyle/>
        <a:p>
          <a:endParaRPr lang="en-IN"/>
        </a:p>
      </dgm:t>
    </dgm:pt>
    <dgm:pt modelId="{8ACD2020-463C-40D6-863A-2D634F8817EC}" type="sibTrans" cxnId="{B60A929C-44A1-408D-86B3-E72FEBDFFFA5}">
      <dgm:prSet/>
      <dgm:spPr/>
      <dgm:t>
        <a:bodyPr/>
        <a:lstStyle/>
        <a:p>
          <a:endParaRPr lang="en-IN"/>
        </a:p>
      </dgm:t>
    </dgm:pt>
    <dgm:pt modelId="{9143BDFB-1872-4114-AE71-708C73CA5880}">
      <dgm:prSet/>
      <dgm:spPr/>
      <dgm:t>
        <a:bodyPr/>
        <a:lstStyle/>
        <a:p>
          <a:r>
            <a:rPr lang="en-IN" b="1"/>
            <a:t>Understand Your Offerings</a:t>
          </a:r>
          <a:r>
            <a:rPr lang="en-IN"/>
            <a:t>: Align your products or services with market needs and your expertise.</a:t>
          </a:r>
        </a:p>
      </dgm:t>
    </dgm:pt>
    <dgm:pt modelId="{3DF6A3BA-5CAF-4200-9E8E-67230180DCC4}" type="parTrans" cxnId="{ED32BA9B-9669-4A73-A07B-0C6FBE029B3E}">
      <dgm:prSet/>
      <dgm:spPr/>
      <dgm:t>
        <a:bodyPr/>
        <a:lstStyle/>
        <a:p>
          <a:endParaRPr lang="en-IN"/>
        </a:p>
      </dgm:t>
    </dgm:pt>
    <dgm:pt modelId="{B8865014-2045-4143-BE4C-7BAF2571613F}" type="sibTrans" cxnId="{ED32BA9B-9669-4A73-A07B-0C6FBE029B3E}">
      <dgm:prSet/>
      <dgm:spPr/>
      <dgm:t>
        <a:bodyPr/>
        <a:lstStyle/>
        <a:p>
          <a:endParaRPr lang="en-IN"/>
        </a:p>
      </dgm:t>
    </dgm:pt>
    <dgm:pt modelId="{87D5535C-B589-4946-97EA-FBA9B6EDD3B1}">
      <dgm:prSet/>
      <dgm:spPr/>
      <dgm:t>
        <a:bodyPr/>
        <a:lstStyle/>
        <a:p>
          <a:r>
            <a:rPr lang="en-IN" b="1"/>
            <a:t>Document Your Needs</a:t>
          </a:r>
          <a:r>
            <a:rPr lang="en-IN"/>
            <a:t>: Identify and document challenges and operational needs.</a:t>
          </a:r>
        </a:p>
      </dgm:t>
    </dgm:pt>
    <dgm:pt modelId="{BDE48A1E-2268-40D4-B0FE-A0BC2DFC350C}" type="parTrans" cxnId="{FB9FA76B-9BDC-400F-9218-1E91ECB04D47}">
      <dgm:prSet/>
      <dgm:spPr/>
      <dgm:t>
        <a:bodyPr/>
        <a:lstStyle/>
        <a:p>
          <a:endParaRPr lang="en-IN"/>
        </a:p>
      </dgm:t>
    </dgm:pt>
    <dgm:pt modelId="{4D0DFB23-6B25-497C-9218-110424BCBCA7}" type="sibTrans" cxnId="{FB9FA76B-9BDC-400F-9218-1E91ECB04D47}">
      <dgm:prSet/>
      <dgm:spPr/>
      <dgm:t>
        <a:bodyPr/>
        <a:lstStyle/>
        <a:p>
          <a:endParaRPr lang="en-IN"/>
        </a:p>
      </dgm:t>
    </dgm:pt>
    <dgm:pt modelId="{DF14E32D-40CB-4C0A-AA96-0282A237F683}">
      <dgm:prSet/>
      <dgm:spPr/>
      <dgm:t>
        <a:bodyPr/>
        <a:lstStyle/>
        <a:p>
          <a:r>
            <a:rPr lang="en-IN" b="1"/>
            <a:t>Find Key Partners</a:t>
          </a:r>
          <a:r>
            <a:rPr lang="en-IN"/>
            <a:t>: Establish relationships with partners that enhance your business offering.</a:t>
          </a:r>
        </a:p>
      </dgm:t>
    </dgm:pt>
    <dgm:pt modelId="{3EE0E689-7CBF-402C-8A7A-82C074B9D85F}" type="parTrans" cxnId="{0CBED061-FFFF-4A53-9E0C-A956DFD3022C}">
      <dgm:prSet/>
      <dgm:spPr/>
      <dgm:t>
        <a:bodyPr/>
        <a:lstStyle/>
        <a:p>
          <a:endParaRPr lang="en-IN"/>
        </a:p>
      </dgm:t>
    </dgm:pt>
    <dgm:pt modelId="{ABFA5520-FB75-4997-9A03-265977733134}" type="sibTrans" cxnId="{0CBED061-FFFF-4A53-9E0C-A956DFD3022C}">
      <dgm:prSet/>
      <dgm:spPr/>
      <dgm:t>
        <a:bodyPr/>
        <a:lstStyle/>
        <a:p>
          <a:endParaRPr lang="en-IN"/>
        </a:p>
      </dgm:t>
    </dgm:pt>
    <dgm:pt modelId="{5385EBAC-F265-4B8A-B788-02FB8B34AA7C}">
      <dgm:prSet/>
      <dgm:spPr/>
      <dgm:t>
        <a:bodyPr/>
        <a:lstStyle/>
        <a:p>
          <a:r>
            <a:rPr lang="en-IN" b="1"/>
            <a:t>Set Monetization Solutions</a:t>
          </a:r>
          <a:r>
            <a:rPr lang="en-IN"/>
            <a:t>: Determine how your business will make money and turn a profit.</a:t>
          </a:r>
        </a:p>
      </dgm:t>
    </dgm:pt>
    <dgm:pt modelId="{257C0EF9-53E9-4749-B261-2B9E280AFECE}" type="parTrans" cxnId="{A053B51E-75B4-4BBB-8A9E-06FBE62ED966}">
      <dgm:prSet/>
      <dgm:spPr/>
      <dgm:t>
        <a:bodyPr/>
        <a:lstStyle/>
        <a:p>
          <a:endParaRPr lang="en-IN"/>
        </a:p>
      </dgm:t>
    </dgm:pt>
    <dgm:pt modelId="{F8C7D85A-E440-4B69-A427-5BF478E5F754}" type="sibTrans" cxnId="{A053B51E-75B4-4BBB-8A9E-06FBE62ED966}">
      <dgm:prSet/>
      <dgm:spPr/>
      <dgm:t>
        <a:bodyPr/>
        <a:lstStyle/>
        <a:p>
          <a:endParaRPr lang="en-IN"/>
        </a:p>
      </dgm:t>
    </dgm:pt>
    <dgm:pt modelId="{FF3103F5-B8B8-43AF-95CE-26156DE7FC9B}">
      <dgm:prSet/>
      <dgm:spPr/>
      <dgm:t>
        <a:bodyPr/>
        <a:lstStyle/>
        <a:p>
          <a:r>
            <a:rPr lang="en-IN" b="1" dirty="0"/>
            <a:t>Test Your Model</a:t>
          </a:r>
          <a:r>
            <a:rPr lang="en-IN" dirty="0"/>
            <a:t>: Perform tests, gather feedback, and make adjustments based on market responses.</a:t>
          </a:r>
        </a:p>
      </dgm:t>
    </dgm:pt>
    <dgm:pt modelId="{77C67DA2-3AD3-4D2C-9D6A-C46840A73707}" type="parTrans" cxnId="{3276721E-FA0B-4786-A46A-5E187C2830B4}">
      <dgm:prSet/>
      <dgm:spPr/>
      <dgm:t>
        <a:bodyPr/>
        <a:lstStyle/>
        <a:p>
          <a:endParaRPr lang="en-IN"/>
        </a:p>
      </dgm:t>
    </dgm:pt>
    <dgm:pt modelId="{01904AE0-CB36-47B2-AB3C-F1A862EBA691}" type="sibTrans" cxnId="{3276721E-FA0B-4786-A46A-5E187C2830B4}">
      <dgm:prSet/>
      <dgm:spPr/>
      <dgm:t>
        <a:bodyPr/>
        <a:lstStyle/>
        <a:p>
          <a:endParaRPr lang="en-IN"/>
        </a:p>
      </dgm:t>
    </dgm:pt>
    <dgm:pt modelId="{E2B39B53-F92C-4C6F-8407-82E09900F036}" type="pres">
      <dgm:prSet presAssocID="{3C33A1BB-7270-4386-9EBD-2DFF520FC04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6CA58C-C495-4AC8-B187-C1C78F6DB8EB}" type="pres">
      <dgm:prSet presAssocID="{855DE69A-5AB1-45E3-9E56-B63C5C6EA737}" presName="composite" presStyleCnt="0"/>
      <dgm:spPr/>
    </dgm:pt>
    <dgm:pt modelId="{8922B940-9176-40C3-A095-1CF93A0424A9}" type="pres">
      <dgm:prSet presAssocID="{855DE69A-5AB1-45E3-9E56-B63C5C6EA737}" presName="parentText" presStyleLbl="align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20E0A2-CA47-482A-A8B1-52CEB19E982A}" type="pres">
      <dgm:prSet presAssocID="{855DE69A-5AB1-45E3-9E56-B63C5C6EA737}" presName="descendantText" presStyleLbl="alignAcc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198447-7D07-49C0-95C1-9ED5F02F850E}" type="presOf" srcId="{3C33A1BB-7270-4386-9EBD-2DFF520FC04A}" destId="{E2B39B53-F92C-4C6F-8407-82E09900F036}" srcOrd="0" destOrd="0" presId="urn:microsoft.com/office/officeart/2005/8/layout/chevron2"/>
    <dgm:cxn modelId="{E2F9F003-35EE-4D45-9B93-F4D31300C7E9}" srcId="{3C33A1BB-7270-4386-9EBD-2DFF520FC04A}" destId="{855DE69A-5AB1-45E3-9E56-B63C5C6EA737}" srcOrd="0" destOrd="0" parTransId="{B225D5CC-6537-449D-AFBE-E9F09607B4CE}" sibTransId="{B3CC984E-69EA-47E4-91C6-BB2599DFE450}"/>
    <dgm:cxn modelId="{0CBED061-FFFF-4A53-9E0C-A956DFD3022C}" srcId="{855DE69A-5AB1-45E3-9E56-B63C5C6EA737}" destId="{DF14E32D-40CB-4C0A-AA96-0282A237F683}" srcOrd="4" destOrd="0" parTransId="{3EE0E689-7CBF-402C-8A7A-82C074B9D85F}" sibTransId="{ABFA5520-FB75-4997-9A03-265977733134}"/>
    <dgm:cxn modelId="{3276721E-FA0B-4786-A46A-5E187C2830B4}" srcId="{855DE69A-5AB1-45E3-9E56-B63C5C6EA737}" destId="{FF3103F5-B8B8-43AF-95CE-26156DE7FC9B}" srcOrd="6" destOrd="0" parTransId="{77C67DA2-3AD3-4D2C-9D6A-C46840A73707}" sibTransId="{01904AE0-CB36-47B2-AB3C-F1A862EBA691}"/>
    <dgm:cxn modelId="{A053B51E-75B4-4BBB-8A9E-06FBE62ED966}" srcId="{855DE69A-5AB1-45E3-9E56-B63C5C6EA737}" destId="{5385EBAC-F265-4B8A-B788-02FB8B34AA7C}" srcOrd="5" destOrd="0" parTransId="{257C0EF9-53E9-4749-B261-2B9E280AFECE}" sibTransId="{F8C7D85A-E440-4B69-A427-5BF478E5F754}"/>
    <dgm:cxn modelId="{095EF344-EE63-4E14-ACEB-61BC071B2982}" srcId="{855DE69A-5AB1-45E3-9E56-B63C5C6EA737}" destId="{9A3660B8-C7A5-4C7C-89BC-F623C569547D}" srcOrd="0" destOrd="0" parTransId="{DA92D144-4EE5-4FB1-9E59-BA770DFBA3C3}" sibTransId="{F8710EBF-CA91-4978-9AEE-4E040B298199}"/>
    <dgm:cxn modelId="{8C3B56D4-4E48-4A1C-B5B5-0B66D0CE7A25}" type="presOf" srcId="{855DE69A-5AB1-45E3-9E56-B63C5C6EA737}" destId="{8922B940-9176-40C3-A095-1CF93A0424A9}" srcOrd="0" destOrd="0" presId="urn:microsoft.com/office/officeart/2005/8/layout/chevron2"/>
    <dgm:cxn modelId="{3114B937-797B-4DEC-A8B9-49146D466264}" type="presOf" srcId="{87D5535C-B589-4946-97EA-FBA9B6EDD3B1}" destId="{D720E0A2-CA47-482A-A8B1-52CEB19E982A}" srcOrd="0" destOrd="3" presId="urn:microsoft.com/office/officeart/2005/8/layout/chevron2"/>
    <dgm:cxn modelId="{ED32BA9B-9669-4A73-A07B-0C6FBE029B3E}" srcId="{855DE69A-5AB1-45E3-9E56-B63C5C6EA737}" destId="{9143BDFB-1872-4114-AE71-708C73CA5880}" srcOrd="2" destOrd="0" parTransId="{3DF6A3BA-5CAF-4200-9E8E-67230180DCC4}" sibTransId="{B8865014-2045-4143-BE4C-7BAF2571613F}"/>
    <dgm:cxn modelId="{D506778D-ABE5-48C1-9A93-CE6040639FB5}" type="presOf" srcId="{9143BDFB-1872-4114-AE71-708C73CA5880}" destId="{D720E0A2-CA47-482A-A8B1-52CEB19E982A}" srcOrd="0" destOrd="2" presId="urn:microsoft.com/office/officeart/2005/8/layout/chevron2"/>
    <dgm:cxn modelId="{7792672D-7693-4C21-825B-780F4D8F81C9}" type="presOf" srcId="{DF14E32D-40CB-4C0A-AA96-0282A237F683}" destId="{D720E0A2-CA47-482A-A8B1-52CEB19E982A}" srcOrd="0" destOrd="4" presId="urn:microsoft.com/office/officeart/2005/8/layout/chevron2"/>
    <dgm:cxn modelId="{650894F3-209F-4BA2-BF25-F608DEF3BD93}" type="presOf" srcId="{FF3103F5-B8B8-43AF-95CE-26156DE7FC9B}" destId="{D720E0A2-CA47-482A-A8B1-52CEB19E982A}" srcOrd="0" destOrd="6" presId="urn:microsoft.com/office/officeart/2005/8/layout/chevron2"/>
    <dgm:cxn modelId="{FB9FA76B-9BDC-400F-9218-1E91ECB04D47}" srcId="{855DE69A-5AB1-45E3-9E56-B63C5C6EA737}" destId="{87D5535C-B589-4946-97EA-FBA9B6EDD3B1}" srcOrd="3" destOrd="0" parTransId="{BDE48A1E-2268-40D4-B0FE-A0BC2DFC350C}" sibTransId="{4D0DFB23-6B25-497C-9218-110424BCBCA7}"/>
    <dgm:cxn modelId="{B7C80312-EFEB-4965-A0F2-2B4E6C8CE2DD}" type="presOf" srcId="{9A3660B8-C7A5-4C7C-89BC-F623C569547D}" destId="{D720E0A2-CA47-482A-A8B1-52CEB19E982A}" srcOrd="0" destOrd="0" presId="urn:microsoft.com/office/officeart/2005/8/layout/chevron2"/>
    <dgm:cxn modelId="{06C4B4B3-5A71-449E-AC2A-8E9AE264CEAD}" type="presOf" srcId="{1409C92D-6B1C-449A-A99E-D83F8F366CFE}" destId="{D720E0A2-CA47-482A-A8B1-52CEB19E982A}" srcOrd="0" destOrd="1" presId="urn:microsoft.com/office/officeart/2005/8/layout/chevron2"/>
    <dgm:cxn modelId="{6A751575-1763-4C68-96EA-971F0B080D30}" type="presOf" srcId="{5385EBAC-F265-4B8A-B788-02FB8B34AA7C}" destId="{D720E0A2-CA47-482A-A8B1-52CEB19E982A}" srcOrd="0" destOrd="5" presId="urn:microsoft.com/office/officeart/2005/8/layout/chevron2"/>
    <dgm:cxn modelId="{B60A929C-44A1-408D-86B3-E72FEBDFFFA5}" srcId="{855DE69A-5AB1-45E3-9E56-B63C5C6EA737}" destId="{1409C92D-6B1C-449A-A99E-D83F8F366CFE}" srcOrd="1" destOrd="0" parTransId="{1522B0CB-8022-4E5C-B053-80676E29C4AD}" sibTransId="{8ACD2020-463C-40D6-863A-2D634F8817EC}"/>
    <dgm:cxn modelId="{050E2897-1BEE-4360-9CA3-F19CDA606C2E}" type="presParOf" srcId="{E2B39B53-F92C-4C6F-8407-82E09900F036}" destId="{F96CA58C-C495-4AC8-B187-C1C78F6DB8EB}" srcOrd="0" destOrd="0" presId="urn:microsoft.com/office/officeart/2005/8/layout/chevron2"/>
    <dgm:cxn modelId="{02D1BE57-A184-49A1-8395-C98408108C7B}" type="presParOf" srcId="{F96CA58C-C495-4AC8-B187-C1C78F6DB8EB}" destId="{8922B940-9176-40C3-A095-1CF93A0424A9}" srcOrd="0" destOrd="0" presId="urn:microsoft.com/office/officeart/2005/8/layout/chevron2"/>
    <dgm:cxn modelId="{29888902-9C44-4D6F-B6E0-1D487BC2E604}" type="presParOf" srcId="{F96CA58C-C495-4AC8-B187-C1C78F6DB8EB}" destId="{D720E0A2-CA47-482A-A8B1-52CEB19E982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22196B5-96D1-4EF3-A0A4-C10B47BFAC0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71FE2B5-D9AA-4E6E-B5DF-D6D6400FC03D}">
      <dgm:prSet custT="1"/>
      <dgm:spPr/>
      <dgm:t>
        <a:bodyPr/>
        <a:lstStyle/>
        <a:p>
          <a:pPr algn="just"/>
          <a:r>
            <a:rPr lang="en-IN" sz="2800" b="1"/>
            <a:t>Retailer</a:t>
          </a:r>
          <a:r>
            <a:rPr lang="en-IN" sz="2800"/>
            <a:t>:</a:t>
          </a:r>
        </a:p>
      </dgm:t>
    </dgm:pt>
    <dgm:pt modelId="{6EEC0486-BB2E-4349-AACE-6D7A8F4CB7E4}" type="parTrans" cxnId="{9BFC69BF-0D72-49B6-AF06-52BAC032A1E3}">
      <dgm:prSet/>
      <dgm:spPr/>
      <dgm:t>
        <a:bodyPr/>
        <a:lstStyle/>
        <a:p>
          <a:endParaRPr lang="en-IN"/>
        </a:p>
      </dgm:t>
    </dgm:pt>
    <dgm:pt modelId="{2DFA9632-81B5-4544-BDC6-17A4CEF5AA3F}" type="sibTrans" cxnId="{9BFC69BF-0D72-49B6-AF06-52BAC032A1E3}">
      <dgm:prSet/>
      <dgm:spPr/>
      <dgm:t>
        <a:bodyPr/>
        <a:lstStyle/>
        <a:p>
          <a:endParaRPr lang="en-IN"/>
        </a:p>
      </dgm:t>
    </dgm:pt>
    <dgm:pt modelId="{CFC5DD14-1874-4390-A4BC-FE31626E9605}">
      <dgm:prSet custT="1"/>
      <dgm:spPr/>
      <dgm:t>
        <a:bodyPr/>
        <a:lstStyle/>
        <a:p>
          <a:pPr algn="just"/>
          <a:r>
            <a:rPr lang="en-IN" sz="1800"/>
            <a:t>Buys finished goods from manufacturers or distributors and sells directly to customers.</a:t>
          </a:r>
        </a:p>
      </dgm:t>
    </dgm:pt>
    <dgm:pt modelId="{695F3465-1D62-4211-B51B-A43E8F364594}" type="parTrans" cxnId="{1112635C-D391-4E67-A0AF-1D7F14ECB69F}">
      <dgm:prSet/>
      <dgm:spPr/>
      <dgm:t>
        <a:bodyPr/>
        <a:lstStyle/>
        <a:p>
          <a:endParaRPr lang="en-IN"/>
        </a:p>
      </dgm:t>
    </dgm:pt>
    <dgm:pt modelId="{BA505E02-E59E-43CD-BC91-DDF8839F2C15}" type="sibTrans" cxnId="{1112635C-D391-4E67-A0AF-1D7F14ECB69F}">
      <dgm:prSet/>
      <dgm:spPr/>
      <dgm:t>
        <a:bodyPr/>
        <a:lstStyle/>
        <a:p>
          <a:endParaRPr lang="en-IN"/>
        </a:p>
      </dgm:t>
    </dgm:pt>
    <dgm:pt modelId="{04AD2960-5F32-4314-AB16-44FA247A03F0}">
      <dgm:prSet custT="1"/>
      <dgm:spPr/>
      <dgm:t>
        <a:bodyPr/>
        <a:lstStyle/>
        <a:p>
          <a:pPr algn="just"/>
          <a:r>
            <a:rPr lang="en-IN" sz="2800" b="1"/>
            <a:t>Manufacturer</a:t>
          </a:r>
          <a:r>
            <a:rPr lang="en-IN" sz="2800"/>
            <a:t>:</a:t>
          </a:r>
        </a:p>
      </dgm:t>
    </dgm:pt>
    <dgm:pt modelId="{4E262CBB-7526-4DEC-99E3-2FB34103AB17}" type="parTrans" cxnId="{AD13C0A9-C038-42DF-96EA-A1649F0AA05E}">
      <dgm:prSet/>
      <dgm:spPr/>
      <dgm:t>
        <a:bodyPr/>
        <a:lstStyle/>
        <a:p>
          <a:endParaRPr lang="en-IN"/>
        </a:p>
      </dgm:t>
    </dgm:pt>
    <dgm:pt modelId="{CD3A907E-A67C-4752-A8AB-D8322691A3D0}" type="sibTrans" cxnId="{AD13C0A9-C038-42DF-96EA-A1649F0AA05E}">
      <dgm:prSet/>
      <dgm:spPr/>
      <dgm:t>
        <a:bodyPr/>
        <a:lstStyle/>
        <a:p>
          <a:endParaRPr lang="en-IN"/>
        </a:p>
      </dgm:t>
    </dgm:pt>
    <dgm:pt modelId="{6A25D040-80CD-4E2A-A2D7-F17B64D93EEA}">
      <dgm:prSet custT="1"/>
      <dgm:spPr/>
      <dgm:t>
        <a:bodyPr/>
        <a:lstStyle/>
        <a:p>
          <a:pPr algn="just"/>
          <a:r>
            <a:rPr lang="en-IN" sz="1800"/>
            <a:t>Sources raw materials to produce and sell finished products to distributors, retailers, or customers.</a:t>
          </a:r>
        </a:p>
      </dgm:t>
    </dgm:pt>
    <dgm:pt modelId="{238C4C86-8CA4-4EBB-8DB4-43A20BDB0C0C}" type="parTrans" cxnId="{A1CBC444-92D9-4471-82F5-E95325394F21}">
      <dgm:prSet/>
      <dgm:spPr/>
      <dgm:t>
        <a:bodyPr/>
        <a:lstStyle/>
        <a:p>
          <a:endParaRPr lang="en-IN"/>
        </a:p>
      </dgm:t>
    </dgm:pt>
    <dgm:pt modelId="{AE8C96F5-290C-40A2-9621-F258FDACD423}" type="sibTrans" cxnId="{A1CBC444-92D9-4471-82F5-E95325394F21}">
      <dgm:prSet/>
      <dgm:spPr/>
      <dgm:t>
        <a:bodyPr/>
        <a:lstStyle/>
        <a:p>
          <a:endParaRPr lang="en-IN"/>
        </a:p>
      </dgm:t>
    </dgm:pt>
    <dgm:pt modelId="{5D649023-6BBA-4CCB-A48C-F6449F6C4CA4}">
      <dgm:prSet custT="1"/>
      <dgm:spPr/>
      <dgm:t>
        <a:bodyPr/>
        <a:lstStyle/>
        <a:p>
          <a:pPr algn="just"/>
          <a:r>
            <a:rPr lang="en-IN" sz="2800" b="1"/>
            <a:t>Fee-for-Service</a:t>
          </a:r>
          <a:r>
            <a:rPr lang="en-IN" sz="2800"/>
            <a:t>:</a:t>
          </a:r>
        </a:p>
      </dgm:t>
    </dgm:pt>
    <dgm:pt modelId="{1DBFB92D-4863-4A9A-AE17-7D7D3F03DB53}" type="parTrans" cxnId="{02FE7A41-2F86-479C-BF4F-2E3433D0C729}">
      <dgm:prSet/>
      <dgm:spPr/>
      <dgm:t>
        <a:bodyPr/>
        <a:lstStyle/>
        <a:p>
          <a:endParaRPr lang="en-IN"/>
        </a:p>
      </dgm:t>
    </dgm:pt>
    <dgm:pt modelId="{75DA8233-36CE-4454-8DC1-2A626B1AB0AA}" type="sibTrans" cxnId="{02FE7A41-2F86-479C-BF4F-2E3433D0C729}">
      <dgm:prSet/>
      <dgm:spPr/>
      <dgm:t>
        <a:bodyPr/>
        <a:lstStyle/>
        <a:p>
          <a:endParaRPr lang="en-IN"/>
        </a:p>
      </dgm:t>
    </dgm:pt>
    <dgm:pt modelId="{DB0D899B-8572-491E-A7E2-4738F718DEC7}">
      <dgm:prSet custT="1"/>
      <dgm:spPr/>
      <dgm:t>
        <a:bodyPr/>
        <a:lstStyle/>
        <a:p>
          <a:pPr algn="just"/>
          <a:r>
            <a:rPr lang="en-IN" sz="1800"/>
            <a:t>Charges for labor or specialized services, often on an hourly or fixed-fee basis..</a:t>
          </a:r>
        </a:p>
      </dgm:t>
    </dgm:pt>
    <dgm:pt modelId="{D3557C15-007B-466B-A337-AA248EE7B597}" type="parTrans" cxnId="{9A431686-F3F0-4777-ADD2-6DA92723B673}">
      <dgm:prSet/>
      <dgm:spPr/>
      <dgm:t>
        <a:bodyPr/>
        <a:lstStyle/>
        <a:p>
          <a:endParaRPr lang="en-IN"/>
        </a:p>
      </dgm:t>
    </dgm:pt>
    <dgm:pt modelId="{7525A798-B4CC-4B5E-B828-C1CB5D1431CA}" type="sibTrans" cxnId="{9A431686-F3F0-4777-ADD2-6DA92723B673}">
      <dgm:prSet/>
      <dgm:spPr/>
      <dgm:t>
        <a:bodyPr/>
        <a:lstStyle/>
        <a:p>
          <a:endParaRPr lang="en-IN"/>
        </a:p>
      </dgm:t>
    </dgm:pt>
    <dgm:pt modelId="{880961F9-A44A-4073-A754-CFD073C4C5E5}">
      <dgm:prSet custT="1"/>
      <dgm:spPr/>
      <dgm:t>
        <a:bodyPr/>
        <a:lstStyle/>
        <a:p>
          <a:pPr algn="just"/>
          <a:r>
            <a:rPr lang="en-IN" sz="2800" b="1"/>
            <a:t>Subscription</a:t>
          </a:r>
          <a:r>
            <a:rPr lang="en-IN" sz="2800"/>
            <a:t>:</a:t>
          </a:r>
        </a:p>
      </dgm:t>
    </dgm:pt>
    <dgm:pt modelId="{98DE787C-E114-4654-961D-4E24251DB42D}" type="parTrans" cxnId="{D7C5A8FA-4E4A-4E46-BF42-61E0D0EF5FB5}">
      <dgm:prSet/>
      <dgm:spPr/>
      <dgm:t>
        <a:bodyPr/>
        <a:lstStyle/>
        <a:p>
          <a:endParaRPr lang="en-IN"/>
        </a:p>
      </dgm:t>
    </dgm:pt>
    <dgm:pt modelId="{0E990BDE-1D3D-49F7-AEBC-03FE947A7BCE}" type="sibTrans" cxnId="{D7C5A8FA-4E4A-4E46-BF42-61E0D0EF5FB5}">
      <dgm:prSet/>
      <dgm:spPr/>
      <dgm:t>
        <a:bodyPr/>
        <a:lstStyle/>
        <a:p>
          <a:endParaRPr lang="en-IN"/>
        </a:p>
      </dgm:t>
    </dgm:pt>
    <dgm:pt modelId="{13EEFD6E-613A-4499-8016-D652F291B1D9}">
      <dgm:prSet custT="1"/>
      <dgm:spPr/>
      <dgm:t>
        <a:bodyPr/>
        <a:lstStyle/>
        <a:p>
          <a:pPr algn="just"/>
          <a:r>
            <a:rPr lang="en-IN" sz="1800"/>
            <a:t>Offers ongoing services or products for a recurring fee, fostering long-term customer relationships.</a:t>
          </a:r>
        </a:p>
      </dgm:t>
    </dgm:pt>
    <dgm:pt modelId="{C9896848-8DC0-4094-80F5-DC62A94E34CC}" type="parTrans" cxnId="{240B032E-E7BE-4C17-B125-255BA306B2E2}">
      <dgm:prSet/>
      <dgm:spPr/>
      <dgm:t>
        <a:bodyPr/>
        <a:lstStyle/>
        <a:p>
          <a:endParaRPr lang="en-IN"/>
        </a:p>
      </dgm:t>
    </dgm:pt>
    <dgm:pt modelId="{7A018A7B-3FBD-44B4-AE88-515648604408}" type="sibTrans" cxnId="{240B032E-E7BE-4C17-B125-255BA306B2E2}">
      <dgm:prSet/>
      <dgm:spPr/>
      <dgm:t>
        <a:bodyPr/>
        <a:lstStyle/>
        <a:p>
          <a:endParaRPr lang="en-IN"/>
        </a:p>
      </dgm:t>
    </dgm:pt>
    <dgm:pt modelId="{816F6E2F-DA64-4C62-9483-B57FBA7E1F4B}">
      <dgm:prSet custT="1"/>
      <dgm:spPr/>
      <dgm:t>
        <a:bodyPr/>
        <a:lstStyle/>
        <a:p>
          <a:pPr algn="just"/>
          <a:r>
            <a:rPr lang="en-IN" sz="2800" b="1"/>
            <a:t>Freemium</a:t>
          </a:r>
          <a:r>
            <a:rPr lang="en-IN" sz="2800"/>
            <a:t>:</a:t>
          </a:r>
        </a:p>
      </dgm:t>
    </dgm:pt>
    <dgm:pt modelId="{F3FFE220-D296-4D7D-9AA4-306CDB9B6C28}" type="parTrans" cxnId="{D5D5D22A-169B-4553-A608-E38736B6749C}">
      <dgm:prSet/>
      <dgm:spPr/>
      <dgm:t>
        <a:bodyPr/>
        <a:lstStyle/>
        <a:p>
          <a:endParaRPr lang="en-IN"/>
        </a:p>
      </dgm:t>
    </dgm:pt>
    <dgm:pt modelId="{4F5B10DD-FD59-4942-BEA0-C041D49563CD}" type="sibTrans" cxnId="{D5D5D22A-169B-4553-A608-E38736B6749C}">
      <dgm:prSet/>
      <dgm:spPr/>
      <dgm:t>
        <a:bodyPr/>
        <a:lstStyle/>
        <a:p>
          <a:endParaRPr lang="en-IN"/>
        </a:p>
      </dgm:t>
    </dgm:pt>
    <dgm:pt modelId="{8BBE9E11-DE7F-4DC5-B70B-FE2AE7DE47DD}">
      <dgm:prSet custT="1"/>
      <dgm:spPr/>
      <dgm:t>
        <a:bodyPr/>
        <a:lstStyle/>
        <a:p>
          <a:pPr algn="just"/>
          <a:r>
            <a:rPr lang="en-IN" sz="1800"/>
            <a:t>Provides basic services for free, with the option to upgrade to a paid premium version.</a:t>
          </a:r>
        </a:p>
      </dgm:t>
    </dgm:pt>
    <dgm:pt modelId="{2758FE4A-2482-49BD-9445-E75DB0BC9327}" type="parTrans" cxnId="{4249A5BE-8081-43CB-8B3F-855A32605DB3}">
      <dgm:prSet/>
      <dgm:spPr/>
      <dgm:t>
        <a:bodyPr/>
        <a:lstStyle/>
        <a:p>
          <a:endParaRPr lang="en-IN"/>
        </a:p>
      </dgm:t>
    </dgm:pt>
    <dgm:pt modelId="{1BCB09CC-B617-40AA-8FA0-A52ABDEF81D5}" type="sibTrans" cxnId="{4249A5BE-8081-43CB-8B3F-855A32605DB3}">
      <dgm:prSet/>
      <dgm:spPr/>
      <dgm:t>
        <a:bodyPr/>
        <a:lstStyle/>
        <a:p>
          <a:endParaRPr lang="en-IN"/>
        </a:p>
      </dgm:t>
    </dgm:pt>
    <dgm:pt modelId="{082B4663-86E6-46FE-944D-721691BFB161}">
      <dgm:prSet custT="1"/>
      <dgm:spPr/>
      <dgm:t>
        <a:bodyPr/>
        <a:lstStyle/>
        <a:p>
          <a:pPr algn="just"/>
          <a:r>
            <a:rPr lang="en-IN" sz="1800" i="1"/>
            <a:t>Example</a:t>
          </a:r>
          <a:r>
            <a:rPr lang="en-IN" sz="1800"/>
            <a:t>: LinkedIn.</a:t>
          </a:r>
        </a:p>
      </dgm:t>
    </dgm:pt>
    <dgm:pt modelId="{1F4ACEAE-F643-4EA2-B40D-D0300BC04475}" type="parTrans" cxnId="{56584836-0DCD-4DF2-88A5-27D1BACA67CF}">
      <dgm:prSet/>
      <dgm:spPr/>
      <dgm:t>
        <a:bodyPr/>
        <a:lstStyle/>
        <a:p>
          <a:endParaRPr lang="en-IN"/>
        </a:p>
      </dgm:t>
    </dgm:pt>
    <dgm:pt modelId="{241DB43D-4226-41A4-9524-1A76CC4CCD2D}" type="sibTrans" cxnId="{56584836-0DCD-4DF2-88A5-27D1BACA67CF}">
      <dgm:prSet/>
      <dgm:spPr/>
      <dgm:t>
        <a:bodyPr/>
        <a:lstStyle/>
        <a:p>
          <a:endParaRPr lang="en-IN"/>
        </a:p>
      </dgm:t>
    </dgm:pt>
    <dgm:pt modelId="{E000C4B1-0F8C-46E9-9C0C-BBEB50466D5E}">
      <dgm:prSet custT="1"/>
      <dgm:spPr/>
      <dgm:t>
        <a:bodyPr/>
        <a:lstStyle/>
        <a:p>
          <a:pPr algn="just"/>
          <a:r>
            <a:rPr lang="en-IN" sz="2800" b="1"/>
            <a:t>Bundling</a:t>
          </a:r>
          <a:r>
            <a:rPr lang="en-IN" sz="2800"/>
            <a:t>:</a:t>
          </a:r>
        </a:p>
      </dgm:t>
    </dgm:pt>
    <dgm:pt modelId="{F3ECE09C-AA29-4E85-9DD7-E3A46916CC80}" type="parTrans" cxnId="{7859F5D1-B513-4E01-A594-6A6C79B62BB6}">
      <dgm:prSet/>
      <dgm:spPr/>
      <dgm:t>
        <a:bodyPr/>
        <a:lstStyle/>
        <a:p>
          <a:endParaRPr lang="en-IN"/>
        </a:p>
      </dgm:t>
    </dgm:pt>
    <dgm:pt modelId="{2E286389-B655-4F12-84CB-0E03A3722E7C}" type="sibTrans" cxnId="{7859F5D1-B513-4E01-A594-6A6C79B62BB6}">
      <dgm:prSet/>
      <dgm:spPr/>
      <dgm:t>
        <a:bodyPr/>
        <a:lstStyle/>
        <a:p>
          <a:endParaRPr lang="en-IN"/>
        </a:p>
      </dgm:t>
    </dgm:pt>
    <dgm:pt modelId="{D8E41275-B9F8-4673-8693-F1A406677CA1}">
      <dgm:prSet custT="1"/>
      <dgm:spPr/>
      <dgm:t>
        <a:bodyPr/>
        <a:lstStyle/>
        <a:p>
          <a:pPr algn="just"/>
          <a:r>
            <a:rPr lang="en-IN" sz="1800"/>
            <a:t>Sells multiple products together, often at a discounted price, to increase customer value.</a:t>
          </a:r>
        </a:p>
      </dgm:t>
    </dgm:pt>
    <dgm:pt modelId="{92C779E8-FD82-4534-B109-0040BE18E2CF}" type="parTrans" cxnId="{5FB008D1-1032-4702-A9D7-69B4883F70DC}">
      <dgm:prSet/>
      <dgm:spPr/>
      <dgm:t>
        <a:bodyPr/>
        <a:lstStyle/>
        <a:p>
          <a:endParaRPr lang="en-IN"/>
        </a:p>
      </dgm:t>
    </dgm:pt>
    <dgm:pt modelId="{31680AB8-4BBB-4DCA-B227-125D95DA1D7C}" type="sibTrans" cxnId="{5FB008D1-1032-4702-A9D7-69B4883F70DC}">
      <dgm:prSet/>
      <dgm:spPr/>
      <dgm:t>
        <a:bodyPr/>
        <a:lstStyle/>
        <a:p>
          <a:endParaRPr lang="en-IN"/>
        </a:p>
      </dgm:t>
    </dgm:pt>
    <dgm:pt modelId="{11706947-E91C-4165-8D9C-123A7C96CE12}">
      <dgm:prSet custT="1"/>
      <dgm:spPr/>
      <dgm:t>
        <a:bodyPr/>
        <a:lstStyle/>
        <a:p>
          <a:pPr algn="just"/>
          <a:r>
            <a:rPr lang="en-IN" sz="2800" b="1"/>
            <a:t>Marketplace</a:t>
          </a:r>
          <a:r>
            <a:rPr lang="en-IN" sz="2800"/>
            <a:t>:</a:t>
          </a:r>
        </a:p>
      </dgm:t>
    </dgm:pt>
    <dgm:pt modelId="{3354B6E8-5E80-4E24-A35A-FDC19B48D277}" type="parTrans" cxnId="{E8918B0F-84CF-47AE-858B-13AAB8E165A0}">
      <dgm:prSet/>
      <dgm:spPr/>
      <dgm:t>
        <a:bodyPr/>
        <a:lstStyle/>
        <a:p>
          <a:endParaRPr lang="en-IN"/>
        </a:p>
      </dgm:t>
    </dgm:pt>
    <dgm:pt modelId="{F9AD7EFF-E44D-41BC-AFC1-E777280C44C7}" type="sibTrans" cxnId="{E8918B0F-84CF-47AE-858B-13AAB8E165A0}">
      <dgm:prSet/>
      <dgm:spPr/>
      <dgm:t>
        <a:bodyPr/>
        <a:lstStyle/>
        <a:p>
          <a:endParaRPr lang="en-IN"/>
        </a:p>
      </dgm:t>
    </dgm:pt>
    <dgm:pt modelId="{C53B2057-8FA6-417B-B335-59FBD9FFDAA6}">
      <dgm:prSet custT="1"/>
      <dgm:spPr/>
      <dgm:t>
        <a:bodyPr/>
        <a:lstStyle/>
        <a:p>
          <a:pPr algn="just"/>
          <a:r>
            <a:rPr lang="en-IN" sz="1800" dirty="0"/>
            <a:t>Facilitates transactions between buyers and sellers, earning revenue by hosting the platform.</a:t>
          </a:r>
        </a:p>
      </dgm:t>
    </dgm:pt>
    <dgm:pt modelId="{2E231D29-7887-41B9-A21A-8142C4D471C7}" type="parTrans" cxnId="{C51681D7-A322-4819-B5D8-A92B6F9108E8}">
      <dgm:prSet/>
      <dgm:spPr/>
      <dgm:t>
        <a:bodyPr/>
        <a:lstStyle/>
        <a:p>
          <a:endParaRPr lang="en-IN"/>
        </a:p>
      </dgm:t>
    </dgm:pt>
    <dgm:pt modelId="{BE90471D-AD08-4BF5-B8AE-A97408E3F77D}" type="sibTrans" cxnId="{C51681D7-A322-4819-B5D8-A92B6F9108E8}">
      <dgm:prSet/>
      <dgm:spPr/>
      <dgm:t>
        <a:bodyPr/>
        <a:lstStyle/>
        <a:p>
          <a:endParaRPr lang="en-IN"/>
        </a:p>
      </dgm:t>
    </dgm:pt>
    <dgm:pt modelId="{BB1C1C80-EEBC-4C74-8E17-ACF28777873C}">
      <dgm:prSet custT="1"/>
      <dgm:spPr/>
      <dgm:t>
        <a:bodyPr/>
        <a:lstStyle/>
        <a:p>
          <a:pPr algn="just"/>
          <a:r>
            <a:rPr lang="en-IN" sz="1800" i="1"/>
            <a:t>Example</a:t>
          </a:r>
          <a:r>
            <a:rPr lang="en-IN" sz="1800"/>
            <a:t>: eBay.</a:t>
          </a:r>
        </a:p>
      </dgm:t>
    </dgm:pt>
    <dgm:pt modelId="{91BD4574-E070-4244-BEA6-2615BDCDB065}" type="parTrans" cxnId="{50EDAC04-577E-4D68-B6CA-7BA9A0363B64}">
      <dgm:prSet/>
      <dgm:spPr/>
      <dgm:t>
        <a:bodyPr/>
        <a:lstStyle/>
        <a:p>
          <a:endParaRPr lang="en-IN"/>
        </a:p>
      </dgm:t>
    </dgm:pt>
    <dgm:pt modelId="{66520216-61A4-4A08-8F42-57E4064C7CE8}" type="sibTrans" cxnId="{50EDAC04-577E-4D68-B6CA-7BA9A0363B64}">
      <dgm:prSet/>
      <dgm:spPr/>
      <dgm:t>
        <a:bodyPr/>
        <a:lstStyle/>
        <a:p>
          <a:endParaRPr lang="en-IN"/>
        </a:p>
      </dgm:t>
    </dgm:pt>
    <dgm:pt modelId="{964C2F14-6FE3-4724-BBD3-042175ED62D0}" type="pres">
      <dgm:prSet presAssocID="{822196B5-96D1-4EF3-A0A4-C10B47BFAC0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837D4F7-E530-4516-827E-B5EF3D5A21FF}" type="pres">
      <dgm:prSet presAssocID="{371FE2B5-D9AA-4E6E-B5DF-D6D6400FC03D}" presName="linNode" presStyleCnt="0"/>
      <dgm:spPr/>
    </dgm:pt>
    <dgm:pt modelId="{1E92F22F-584B-45BC-ADE5-689B48945492}" type="pres">
      <dgm:prSet presAssocID="{371FE2B5-D9AA-4E6E-B5DF-D6D6400FC03D}" presName="parentText" presStyleLbl="node1" presStyleIdx="0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E6935F-840A-475F-AD55-1EA9B1DE8857}" type="pres">
      <dgm:prSet presAssocID="{371FE2B5-D9AA-4E6E-B5DF-D6D6400FC03D}" presName="descendantText" presStyleLbl="alignAccFollow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6BA138-7005-45FC-9106-2744B1FE8A81}" type="pres">
      <dgm:prSet presAssocID="{2DFA9632-81B5-4544-BDC6-17A4CEF5AA3F}" presName="sp" presStyleCnt="0"/>
      <dgm:spPr/>
    </dgm:pt>
    <dgm:pt modelId="{AAF203E1-C5DA-476A-8AA2-50DCCCB89F68}" type="pres">
      <dgm:prSet presAssocID="{04AD2960-5F32-4314-AB16-44FA247A03F0}" presName="linNode" presStyleCnt="0"/>
      <dgm:spPr/>
    </dgm:pt>
    <dgm:pt modelId="{A77FB1DC-C7DD-4C7B-831A-45EB89C5E4ED}" type="pres">
      <dgm:prSet presAssocID="{04AD2960-5F32-4314-AB16-44FA247A03F0}" presName="parentText" presStyleLbl="node1" presStyleIdx="1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87BE2E-E529-4C2C-89F7-32244EF3B941}" type="pres">
      <dgm:prSet presAssocID="{04AD2960-5F32-4314-AB16-44FA247A03F0}" presName="descendantText" presStyleLbl="alignAccFollow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BA386C-C023-40CA-8DF7-D3F4FBBBAA82}" type="pres">
      <dgm:prSet presAssocID="{CD3A907E-A67C-4752-A8AB-D8322691A3D0}" presName="sp" presStyleCnt="0"/>
      <dgm:spPr/>
    </dgm:pt>
    <dgm:pt modelId="{D0995503-E291-4F9B-9094-FD1687ED1BBE}" type="pres">
      <dgm:prSet presAssocID="{5D649023-6BBA-4CCB-A48C-F6449F6C4CA4}" presName="linNode" presStyleCnt="0"/>
      <dgm:spPr/>
    </dgm:pt>
    <dgm:pt modelId="{DCC582C9-6D37-4B5E-8504-494D7555CED6}" type="pres">
      <dgm:prSet presAssocID="{5D649023-6BBA-4CCB-A48C-F6449F6C4CA4}" presName="parentText" presStyleLbl="node1" presStyleIdx="2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56064F-1F10-4B4C-9F97-5CD4A1E769BC}" type="pres">
      <dgm:prSet presAssocID="{5D649023-6BBA-4CCB-A48C-F6449F6C4CA4}" presName="descendantText" presStyleLbl="alignAccFollow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3621B7-4CA6-4058-9A47-6B27DD288F79}" type="pres">
      <dgm:prSet presAssocID="{75DA8233-36CE-4454-8DC1-2A626B1AB0AA}" presName="sp" presStyleCnt="0"/>
      <dgm:spPr/>
    </dgm:pt>
    <dgm:pt modelId="{C28D19FD-B4C4-4D2D-82FF-7C89B0B7D0C0}" type="pres">
      <dgm:prSet presAssocID="{880961F9-A44A-4073-A754-CFD073C4C5E5}" presName="linNode" presStyleCnt="0"/>
      <dgm:spPr/>
    </dgm:pt>
    <dgm:pt modelId="{6C95BC33-6118-456A-AD5C-8B5E42B8D2B2}" type="pres">
      <dgm:prSet presAssocID="{880961F9-A44A-4073-A754-CFD073C4C5E5}" presName="parentText" presStyleLbl="node1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898372-7F7E-49D5-B3BE-CA56B04FB904}" type="pres">
      <dgm:prSet presAssocID="{880961F9-A44A-4073-A754-CFD073C4C5E5}" presName="descendantText" presStyleLbl="alignAccFollow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2DF879-9272-4191-A223-AFB23DE2B527}" type="pres">
      <dgm:prSet presAssocID="{0E990BDE-1D3D-49F7-AEBC-03FE947A7BCE}" presName="sp" presStyleCnt="0"/>
      <dgm:spPr/>
    </dgm:pt>
    <dgm:pt modelId="{939DE290-404D-4E32-914F-16E326C98497}" type="pres">
      <dgm:prSet presAssocID="{816F6E2F-DA64-4C62-9483-B57FBA7E1F4B}" presName="linNode" presStyleCnt="0"/>
      <dgm:spPr/>
    </dgm:pt>
    <dgm:pt modelId="{5B8DD1D5-2AED-470B-BD07-B9A5940CDA32}" type="pres">
      <dgm:prSet presAssocID="{816F6E2F-DA64-4C62-9483-B57FBA7E1F4B}" presName="parentText" presStyleLbl="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4B3185-1EBB-4E10-BD56-C6E81736B1C5}" type="pres">
      <dgm:prSet presAssocID="{816F6E2F-DA64-4C62-9483-B57FBA7E1F4B}" presName="descendantText" presStyleLbl="alignAccFollow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9EC312-FFFF-4ADA-9B0A-01878343C38B}" type="pres">
      <dgm:prSet presAssocID="{4F5B10DD-FD59-4942-BEA0-C041D49563CD}" presName="sp" presStyleCnt="0"/>
      <dgm:spPr/>
    </dgm:pt>
    <dgm:pt modelId="{0A2F2BF8-7A6A-435B-9631-58C153065951}" type="pres">
      <dgm:prSet presAssocID="{E000C4B1-0F8C-46E9-9C0C-BBEB50466D5E}" presName="linNode" presStyleCnt="0"/>
      <dgm:spPr/>
    </dgm:pt>
    <dgm:pt modelId="{C8C66C80-FEB1-4C6E-A418-8AE163044328}" type="pres">
      <dgm:prSet presAssocID="{E000C4B1-0F8C-46E9-9C0C-BBEB50466D5E}" presName="parentText" presStyleLbl="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029E90-07E6-4EE3-B8CC-035CF5DB9F40}" type="pres">
      <dgm:prSet presAssocID="{E000C4B1-0F8C-46E9-9C0C-BBEB50466D5E}" presName="descendantText" presStyleLbl="alignAccFollow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51E4FF-9282-41D9-BD1F-682E7208D49C}" type="pres">
      <dgm:prSet presAssocID="{2E286389-B655-4F12-84CB-0E03A3722E7C}" presName="sp" presStyleCnt="0"/>
      <dgm:spPr/>
    </dgm:pt>
    <dgm:pt modelId="{985D4484-3976-42A1-82A0-F1ECC570F0FE}" type="pres">
      <dgm:prSet presAssocID="{11706947-E91C-4165-8D9C-123A7C96CE12}" presName="linNode" presStyleCnt="0"/>
      <dgm:spPr/>
    </dgm:pt>
    <dgm:pt modelId="{D81D2B7B-4393-4DE3-81D8-1CE7119F9E94}" type="pres">
      <dgm:prSet presAssocID="{11706947-E91C-4165-8D9C-123A7C96CE12}" presName="parentText" presStyleLbl="node1" presStyleIdx="6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A09254-D080-4D2E-9E0E-4602C691518C}" type="pres">
      <dgm:prSet presAssocID="{11706947-E91C-4165-8D9C-123A7C96CE12}" presName="descendantText" presStyleLbl="alignAccFollow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51681D7-A322-4819-B5D8-A92B6F9108E8}" srcId="{11706947-E91C-4165-8D9C-123A7C96CE12}" destId="{C53B2057-8FA6-417B-B335-59FBD9FFDAA6}" srcOrd="0" destOrd="0" parTransId="{2E231D29-7887-41B9-A21A-8142C4D471C7}" sibTransId="{BE90471D-AD08-4BF5-B8AE-A97408E3F77D}"/>
    <dgm:cxn modelId="{E8918B0F-84CF-47AE-858B-13AAB8E165A0}" srcId="{822196B5-96D1-4EF3-A0A4-C10B47BFAC0A}" destId="{11706947-E91C-4165-8D9C-123A7C96CE12}" srcOrd="6" destOrd="0" parTransId="{3354B6E8-5E80-4E24-A35A-FDC19B48D277}" sibTransId="{F9AD7EFF-E44D-41BC-AFC1-E777280C44C7}"/>
    <dgm:cxn modelId="{2C4F4EB3-8F43-476C-B860-94AAD488DB55}" type="presOf" srcId="{13EEFD6E-613A-4499-8016-D652F291B1D9}" destId="{8C898372-7F7E-49D5-B3BE-CA56B04FB904}" srcOrd="0" destOrd="0" presId="urn:microsoft.com/office/officeart/2005/8/layout/vList5"/>
    <dgm:cxn modelId="{A7CE2334-BC7E-4E23-9B8E-0C49A9A8EE30}" type="presOf" srcId="{816F6E2F-DA64-4C62-9483-B57FBA7E1F4B}" destId="{5B8DD1D5-2AED-470B-BD07-B9A5940CDA32}" srcOrd="0" destOrd="0" presId="urn:microsoft.com/office/officeart/2005/8/layout/vList5"/>
    <dgm:cxn modelId="{7859F5D1-B513-4E01-A594-6A6C79B62BB6}" srcId="{822196B5-96D1-4EF3-A0A4-C10B47BFAC0A}" destId="{E000C4B1-0F8C-46E9-9C0C-BBEB50466D5E}" srcOrd="5" destOrd="0" parTransId="{F3ECE09C-AA29-4E85-9DD7-E3A46916CC80}" sibTransId="{2E286389-B655-4F12-84CB-0E03A3722E7C}"/>
    <dgm:cxn modelId="{02FE7A41-2F86-479C-BF4F-2E3433D0C729}" srcId="{822196B5-96D1-4EF3-A0A4-C10B47BFAC0A}" destId="{5D649023-6BBA-4CCB-A48C-F6449F6C4CA4}" srcOrd="2" destOrd="0" parTransId="{1DBFB92D-4863-4A9A-AE17-7D7D3F03DB53}" sibTransId="{75DA8233-36CE-4454-8DC1-2A626B1AB0AA}"/>
    <dgm:cxn modelId="{E2872A1F-654F-44C5-9D44-33B1F46D6FF1}" type="presOf" srcId="{082B4663-86E6-46FE-944D-721691BFB161}" destId="{544B3185-1EBB-4E10-BD56-C6E81736B1C5}" srcOrd="0" destOrd="1" presId="urn:microsoft.com/office/officeart/2005/8/layout/vList5"/>
    <dgm:cxn modelId="{D7C5A8FA-4E4A-4E46-BF42-61E0D0EF5FB5}" srcId="{822196B5-96D1-4EF3-A0A4-C10B47BFAC0A}" destId="{880961F9-A44A-4073-A754-CFD073C4C5E5}" srcOrd="3" destOrd="0" parTransId="{98DE787C-E114-4654-961D-4E24251DB42D}" sibTransId="{0E990BDE-1D3D-49F7-AEBC-03FE947A7BCE}"/>
    <dgm:cxn modelId="{D84756C1-5D05-4DDE-AD38-E02763AE65B7}" type="presOf" srcId="{11706947-E91C-4165-8D9C-123A7C96CE12}" destId="{D81D2B7B-4393-4DE3-81D8-1CE7119F9E94}" srcOrd="0" destOrd="0" presId="urn:microsoft.com/office/officeart/2005/8/layout/vList5"/>
    <dgm:cxn modelId="{B0EECA50-2830-430F-8E06-4C6BB3BFC802}" type="presOf" srcId="{C53B2057-8FA6-417B-B335-59FBD9FFDAA6}" destId="{C1A09254-D080-4D2E-9E0E-4602C691518C}" srcOrd="0" destOrd="0" presId="urn:microsoft.com/office/officeart/2005/8/layout/vList5"/>
    <dgm:cxn modelId="{8272B223-BF81-40DD-BBDB-4C934CB0841C}" type="presOf" srcId="{CFC5DD14-1874-4390-A4BC-FE31626E9605}" destId="{90E6935F-840A-475F-AD55-1EA9B1DE8857}" srcOrd="0" destOrd="0" presId="urn:microsoft.com/office/officeart/2005/8/layout/vList5"/>
    <dgm:cxn modelId="{56584836-0DCD-4DF2-88A5-27D1BACA67CF}" srcId="{816F6E2F-DA64-4C62-9483-B57FBA7E1F4B}" destId="{082B4663-86E6-46FE-944D-721691BFB161}" srcOrd="1" destOrd="0" parTransId="{1F4ACEAE-F643-4EA2-B40D-D0300BC04475}" sibTransId="{241DB43D-4226-41A4-9524-1A76CC4CCD2D}"/>
    <dgm:cxn modelId="{240B032E-E7BE-4C17-B125-255BA306B2E2}" srcId="{880961F9-A44A-4073-A754-CFD073C4C5E5}" destId="{13EEFD6E-613A-4499-8016-D652F291B1D9}" srcOrd="0" destOrd="0" parTransId="{C9896848-8DC0-4094-80F5-DC62A94E34CC}" sibTransId="{7A018A7B-3FBD-44B4-AE88-515648604408}"/>
    <dgm:cxn modelId="{78007D73-E2A4-4CCB-ABC4-B17E7108A56F}" type="presOf" srcId="{5D649023-6BBA-4CCB-A48C-F6449F6C4CA4}" destId="{DCC582C9-6D37-4B5E-8504-494D7555CED6}" srcOrd="0" destOrd="0" presId="urn:microsoft.com/office/officeart/2005/8/layout/vList5"/>
    <dgm:cxn modelId="{898C4F31-2073-437E-AEA9-314F9CBD51CD}" type="presOf" srcId="{822196B5-96D1-4EF3-A0A4-C10B47BFAC0A}" destId="{964C2F14-6FE3-4724-BBD3-042175ED62D0}" srcOrd="0" destOrd="0" presId="urn:microsoft.com/office/officeart/2005/8/layout/vList5"/>
    <dgm:cxn modelId="{B7E1AC5A-B961-4F62-82C4-4003B557FC32}" type="presOf" srcId="{880961F9-A44A-4073-A754-CFD073C4C5E5}" destId="{6C95BC33-6118-456A-AD5C-8B5E42B8D2B2}" srcOrd="0" destOrd="0" presId="urn:microsoft.com/office/officeart/2005/8/layout/vList5"/>
    <dgm:cxn modelId="{12640B3F-F9B8-41E2-AB1A-95129BAF94A7}" type="presOf" srcId="{BB1C1C80-EEBC-4C74-8E17-ACF28777873C}" destId="{C1A09254-D080-4D2E-9E0E-4602C691518C}" srcOrd="0" destOrd="1" presId="urn:microsoft.com/office/officeart/2005/8/layout/vList5"/>
    <dgm:cxn modelId="{1606F96A-0238-4B23-830A-86A81DC1FE06}" type="presOf" srcId="{DB0D899B-8572-491E-A7E2-4738F718DEC7}" destId="{BD56064F-1F10-4B4C-9F97-5CD4A1E769BC}" srcOrd="0" destOrd="0" presId="urn:microsoft.com/office/officeart/2005/8/layout/vList5"/>
    <dgm:cxn modelId="{9BFC69BF-0D72-49B6-AF06-52BAC032A1E3}" srcId="{822196B5-96D1-4EF3-A0A4-C10B47BFAC0A}" destId="{371FE2B5-D9AA-4E6E-B5DF-D6D6400FC03D}" srcOrd="0" destOrd="0" parTransId="{6EEC0486-BB2E-4349-AACE-6D7A8F4CB7E4}" sibTransId="{2DFA9632-81B5-4544-BDC6-17A4CEF5AA3F}"/>
    <dgm:cxn modelId="{50EDAC04-577E-4D68-B6CA-7BA9A0363B64}" srcId="{11706947-E91C-4165-8D9C-123A7C96CE12}" destId="{BB1C1C80-EEBC-4C74-8E17-ACF28777873C}" srcOrd="1" destOrd="0" parTransId="{91BD4574-E070-4244-BEA6-2615BDCDB065}" sibTransId="{66520216-61A4-4A08-8F42-57E4064C7CE8}"/>
    <dgm:cxn modelId="{7A82320B-A3D6-4E1E-8677-D5158F7755A5}" type="presOf" srcId="{371FE2B5-D9AA-4E6E-B5DF-D6D6400FC03D}" destId="{1E92F22F-584B-45BC-ADE5-689B48945492}" srcOrd="0" destOrd="0" presId="urn:microsoft.com/office/officeart/2005/8/layout/vList5"/>
    <dgm:cxn modelId="{4249A5BE-8081-43CB-8B3F-855A32605DB3}" srcId="{816F6E2F-DA64-4C62-9483-B57FBA7E1F4B}" destId="{8BBE9E11-DE7F-4DC5-B70B-FE2AE7DE47DD}" srcOrd="0" destOrd="0" parTransId="{2758FE4A-2482-49BD-9445-E75DB0BC9327}" sibTransId="{1BCB09CC-B617-40AA-8FA0-A52ABDEF81D5}"/>
    <dgm:cxn modelId="{638EAB10-45A1-4D82-830A-DEFE58C31992}" type="presOf" srcId="{04AD2960-5F32-4314-AB16-44FA247A03F0}" destId="{A77FB1DC-C7DD-4C7B-831A-45EB89C5E4ED}" srcOrd="0" destOrd="0" presId="urn:microsoft.com/office/officeart/2005/8/layout/vList5"/>
    <dgm:cxn modelId="{C30542E4-E1F0-4AE3-A5A1-4A54A7B7F197}" type="presOf" srcId="{6A25D040-80CD-4E2A-A2D7-F17B64D93EEA}" destId="{BB87BE2E-E529-4C2C-89F7-32244EF3B941}" srcOrd="0" destOrd="0" presId="urn:microsoft.com/office/officeart/2005/8/layout/vList5"/>
    <dgm:cxn modelId="{5ACAEBEB-87F2-45EE-B231-97FB09A576E4}" type="presOf" srcId="{8BBE9E11-DE7F-4DC5-B70B-FE2AE7DE47DD}" destId="{544B3185-1EBB-4E10-BD56-C6E81736B1C5}" srcOrd="0" destOrd="0" presId="urn:microsoft.com/office/officeart/2005/8/layout/vList5"/>
    <dgm:cxn modelId="{A1CBC444-92D9-4471-82F5-E95325394F21}" srcId="{04AD2960-5F32-4314-AB16-44FA247A03F0}" destId="{6A25D040-80CD-4E2A-A2D7-F17B64D93EEA}" srcOrd="0" destOrd="0" parTransId="{238C4C86-8CA4-4EBB-8DB4-43A20BDB0C0C}" sibTransId="{AE8C96F5-290C-40A2-9621-F258FDACD423}"/>
    <dgm:cxn modelId="{38204423-32F5-4549-8CBD-77892913A29A}" type="presOf" srcId="{D8E41275-B9F8-4673-8693-F1A406677CA1}" destId="{48029E90-07E6-4EE3-B8CC-035CF5DB9F40}" srcOrd="0" destOrd="0" presId="urn:microsoft.com/office/officeart/2005/8/layout/vList5"/>
    <dgm:cxn modelId="{D5D5D22A-169B-4553-A608-E38736B6749C}" srcId="{822196B5-96D1-4EF3-A0A4-C10B47BFAC0A}" destId="{816F6E2F-DA64-4C62-9483-B57FBA7E1F4B}" srcOrd="4" destOrd="0" parTransId="{F3FFE220-D296-4D7D-9AA4-306CDB9B6C28}" sibTransId="{4F5B10DD-FD59-4942-BEA0-C041D49563CD}"/>
    <dgm:cxn modelId="{AD13C0A9-C038-42DF-96EA-A1649F0AA05E}" srcId="{822196B5-96D1-4EF3-A0A4-C10B47BFAC0A}" destId="{04AD2960-5F32-4314-AB16-44FA247A03F0}" srcOrd="1" destOrd="0" parTransId="{4E262CBB-7526-4DEC-99E3-2FB34103AB17}" sibTransId="{CD3A907E-A67C-4752-A8AB-D8322691A3D0}"/>
    <dgm:cxn modelId="{3A944870-3CD8-403C-BD8E-E0B1D9530125}" type="presOf" srcId="{E000C4B1-0F8C-46E9-9C0C-BBEB50466D5E}" destId="{C8C66C80-FEB1-4C6E-A418-8AE163044328}" srcOrd="0" destOrd="0" presId="urn:microsoft.com/office/officeart/2005/8/layout/vList5"/>
    <dgm:cxn modelId="{5FB008D1-1032-4702-A9D7-69B4883F70DC}" srcId="{E000C4B1-0F8C-46E9-9C0C-BBEB50466D5E}" destId="{D8E41275-B9F8-4673-8693-F1A406677CA1}" srcOrd="0" destOrd="0" parTransId="{92C779E8-FD82-4534-B109-0040BE18E2CF}" sibTransId="{31680AB8-4BBB-4DCA-B227-125D95DA1D7C}"/>
    <dgm:cxn modelId="{9A431686-F3F0-4777-ADD2-6DA92723B673}" srcId="{5D649023-6BBA-4CCB-A48C-F6449F6C4CA4}" destId="{DB0D899B-8572-491E-A7E2-4738F718DEC7}" srcOrd="0" destOrd="0" parTransId="{D3557C15-007B-466B-A337-AA248EE7B597}" sibTransId="{7525A798-B4CC-4B5E-B828-C1CB5D1431CA}"/>
    <dgm:cxn modelId="{1112635C-D391-4E67-A0AF-1D7F14ECB69F}" srcId="{371FE2B5-D9AA-4E6E-B5DF-D6D6400FC03D}" destId="{CFC5DD14-1874-4390-A4BC-FE31626E9605}" srcOrd="0" destOrd="0" parTransId="{695F3465-1D62-4211-B51B-A43E8F364594}" sibTransId="{BA505E02-E59E-43CD-BC91-DDF8839F2C15}"/>
    <dgm:cxn modelId="{B9D40DD1-4553-4BC5-8178-32A97EB91F75}" type="presParOf" srcId="{964C2F14-6FE3-4724-BBD3-042175ED62D0}" destId="{C837D4F7-E530-4516-827E-B5EF3D5A21FF}" srcOrd="0" destOrd="0" presId="urn:microsoft.com/office/officeart/2005/8/layout/vList5"/>
    <dgm:cxn modelId="{AD45C7B5-1BCC-4CB3-BA7B-74C89891323E}" type="presParOf" srcId="{C837D4F7-E530-4516-827E-B5EF3D5A21FF}" destId="{1E92F22F-584B-45BC-ADE5-689B48945492}" srcOrd="0" destOrd="0" presId="urn:microsoft.com/office/officeart/2005/8/layout/vList5"/>
    <dgm:cxn modelId="{7E62F9C7-64F6-4158-87C7-B7513D40E7E7}" type="presParOf" srcId="{C837D4F7-E530-4516-827E-B5EF3D5A21FF}" destId="{90E6935F-840A-475F-AD55-1EA9B1DE8857}" srcOrd="1" destOrd="0" presId="urn:microsoft.com/office/officeart/2005/8/layout/vList5"/>
    <dgm:cxn modelId="{97C96323-7117-4C38-BE75-B4A8500BF394}" type="presParOf" srcId="{964C2F14-6FE3-4724-BBD3-042175ED62D0}" destId="{CC6BA138-7005-45FC-9106-2744B1FE8A81}" srcOrd="1" destOrd="0" presId="urn:microsoft.com/office/officeart/2005/8/layout/vList5"/>
    <dgm:cxn modelId="{31A68EE4-5027-460C-8780-339BEB3CD179}" type="presParOf" srcId="{964C2F14-6FE3-4724-BBD3-042175ED62D0}" destId="{AAF203E1-C5DA-476A-8AA2-50DCCCB89F68}" srcOrd="2" destOrd="0" presId="urn:microsoft.com/office/officeart/2005/8/layout/vList5"/>
    <dgm:cxn modelId="{6B3DBAA7-0047-4FC1-B978-804617DB6622}" type="presParOf" srcId="{AAF203E1-C5DA-476A-8AA2-50DCCCB89F68}" destId="{A77FB1DC-C7DD-4C7B-831A-45EB89C5E4ED}" srcOrd="0" destOrd="0" presId="urn:microsoft.com/office/officeart/2005/8/layout/vList5"/>
    <dgm:cxn modelId="{2F306A12-A1CC-49EA-914B-99C36A278A20}" type="presParOf" srcId="{AAF203E1-C5DA-476A-8AA2-50DCCCB89F68}" destId="{BB87BE2E-E529-4C2C-89F7-32244EF3B941}" srcOrd="1" destOrd="0" presId="urn:microsoft.com/office/officeart/2005/8/layout/vList5"/>
    <dgm:cxn modelId="{9B578145-24C4-4A15-B6A2-AFB5B383E7F0}" type="presParOf" srcId="{964C2F14-6FE3-4724-BBD3-042175ED62D0}" destId="{DBBA386C-C023-40CA-8DF7-D3F4FBBBAA82}" srcOrd="3" destOrd="0" presId="urn:microsoft.com/office/officeart/2005/8/layout/vList5"/>
    <dgm:cxn modelId="{E75F6FF8-CE90-4FAF-8540-92B7B2FA1CB8}" type="presParOf" srcId="{964C2F14-6FE3-4724-BBD3-042175ED62D0}" destId="{D0995503-E291-4F9B-9094-FD1687ED1BBE}" srcOrd="4" destOrd="0" presId="urn:microsoft.com/office/officeart/2005/8/layout/vList5"/>
    <dgm:cxn modelId="{1A42FAA1-1E83-4492-8D1C-5D28F1457D56}" type="presParOf" srcId="{D0995503-E291-4F9B-9094-FD1687ED1BBE}" destId="{DCC582C9-6D37-4B5E-8504-494D7555CED6}" srcOrd="0" destOrd="0" presId="urn:microsoft.com/office/officeart/2005/8/layout/vList5"/>
    <dgm:cxn modelId="{30F213EF-540E-40AC-92FF-88C9A54248C1}" type="presParOf" srcId="{D0995503-E291-4F9B-9094-FD1687ED1BBE}" destId="{BD56064F-1F10-4B4C-9F97-5CD4A1E769BC}" srcOrd="1" destOrd="0" presId="urn:microsoft.com/office/officeart/2005/8/layout/vList5"/>
    <dgm:cxn modelId="{08EE7C2B-D6A8-4D98-A59B-B0FE2A795594}" type="presParOf" srcId="{964C2F14-6FE3-4724-BBD3-042175ED62D0}" destId="{B43621B7-4CA6-4058-9A47-6B27DD288F79}" srcOrd="5" destOrd="0" presId="urn:microsoft.com/office/officeart/2005/8/layout/vList5"/>
    <dgm:cxn modelId="{A389A0E0-970C-4059-987B-D45E5A525BF0}" type="presParOf" srcId="{964C2F14-6FE3-4724-BBD3-042175ED62D0}" destId="{C28D19FD-B4C4-4D2D-82FF-7C89B0B7D0C0}" srcOrd="6" destOrd="0" presId="urn:microsoft.com/office/officeart/2005/8/layout/vList5"/>
    <dgm:cxn modelId="{2888C02D-441E-4BA3-BD99-DB026E614DF5}" type="presParOf" srcId="{C28D19FD-B4C4-4D2D-82FF-7C89B0B7D0C0}" destId="{6C95BC33-6118-456A-AD5C-8B5E42B8D2B2}" srcOrd="0" destOrd="0" presId="urn:microsoft.com/office/officeart/2005/8/layout/vList5"/>
    <dgm:cxn modelId="{A8BB9E89-511B-4FA0-BF36-9B027B1C32AC}" type="presParOf" srcId="{C28D19FD-B4C4-4D2D-82FF-7C89B0B7D0C0}" destId="{8C898372-7F7E-49D5-B3BE-CA56B04FB904}" srcOrd="1" destOrd="0" presId="urn:microsoft.com/office/officeart/2005/8/layout/vList5"/>
    <dgm:cxn modelId="{05FDF38A-5C6A-405A-B593-BC61C8E1AC09}" type="presParOf" srcId="{964C2F14-6FE3-4724-BBD3-042175ED62D0}" destId="{8D2DF879-9272-4191-A223-AFB23DE2B527}" srcOrd="7" destOrd="0" presId="urn:microsoft.com/office/officeart/2005/8/layout/vList5"/>
    <dgm:cxn modelId="{D99F92A4-0763-4C1E-9D17-7AFBC4F9A10B}" type="presParOf" srcId="{964C2F14-6FE3-4724-BBD3-042175ED62D0}" destId="{939DE290-404D-4E32-914F-16E326C98497}" srcOrd="8" destOrd="0" presId="urn:microsoft.com/office/officeart/2005/8/layout/vList5"/>
    <dgm:cxn modelId="{2663861C-452C-405D-99FD-FE55D39AD270}" type="presParOf" srcId="{939DE290-404D-4E32-914F-16E326C98497}" destId="{5B8DD1D5-2AED-470B-BD07-B9A5940CDA32}" srcOrd="0" destOrd="0" presId="urn:microsoft.com/office/officeart/2005/8/layout/vList5"/>
    <dgm:cxn modelId="{5FEEC817-66D5-4844-8D9A-C2F66D1DC788}" type="presParOf" srcId="{939DE290-404D-4E32-914F-16E326C98497}" destId="{544B3185-1EBB-4E10-BD56-C6E81736B1C5}" srcOrd="1" destOrd="0" presId="urn:microsoft.com/office/officeart/2005/8/layout/vList5"/>
    <dgm:cxn modelId="{3B717421-708D-4BF8-B833-A5267E0A3313}" type="presParOf" srcId="{964C2F14-6FE3-4724-BBD3-042175ED62D0}" destId="{AB9EC312-FFFF-4ADA-9B0A-01878343C38B}" srcOrd="9" destOrd="0" presId="urn:microsoft.com/office/officeart/2005/8/layout/vList5"/>
    <dgm:cxn modelId="{FD429EA1-00A9-4DAD-990F-2F9C4E07A7F6}" type="presParOf" srcId="{964C2F14-6FE3-4724-BBD3-042175ED62D0}" destId="{0A2F2BF8-7A6A-435B-9631-58C153065951}" srcOrd="10" destOrd="0" presId="urn:microsoft.com/office/officeart/2005/8/layout/vList5"/>
    <dgm:cxn modelId="{0203BC0A-5D35-44B5-B81B-9EAC6E1DAC19}" type="presParOf" srcId="{0A2F2BF8-7A6A-435B-9631-58C153065951}" destId="{C8C66C80-FEB1-4C6E-A418-8AE163044328}" srcOrd="0" destOrd="0" presId="urn:microsoft.com/office/officeart/2005/8/layout/vList5"/>
    <dgm:cxn modelId="{FF542C9C-7123-44E5-8886-49505F406D6F}" type="presParOf" srcId="{0A2F2BF8-7A6A-435B-9631-58C153065951}" destId="{48029E90-07E6-4EE3-B8CC-035CF5DB9F40}" srcOrd="1" destOrd="0" presId="urn:microsoft.com/office/officeart/2005/8/layout/vList5"/>
    <dgm:cxn modelId="{D07D8167-05EE-47CC-8ED3-3CD05361E153}" type="presParOf" srcId="{964C2F14-6FE3-4724-BBD3-042175ED62D0}" destId="{5F51E4FF-9282-41D9-BD1F-682E7208D49C}" srcOrd="11" destOrd="0" presId="urn:microsoft.com/office/officeart/2005/8/layout/vList5"/>
    <dgm:cxn modelId="{387D126C-DC1F-4DB1-A483-3301E35B462E}" type="presParOf" srcId="{964C2F14-6FE3-4724-BBD3-042175ED62D0}" destId="{985D4484-3976-42A1-82A0-F1ECC570F0FE}" srcOrd="12" destOrd="0" presId="urn:microsoft.com/office/officeart/2005/8/layout/vList5"/>
    <dgm:cxn modelId="{B2776D32-AC2B-4A4D-81A2-9D224DA11E80}" type="presParOf" srcId="{985D4484-3976-42A1-82A0-F1ECC570F0FE}" destId="{D81D2B7B-4393-4DE3-81D8-1CE7119F9E94}" srcOrd="0" destOrd="0" presId="urn:microsoft.com/office/officeart/2005/8/layout/vList5"/>
    <dgm:cxn modelId="{76B4234A-7625-48F8-A33C-EC1B4DAC7ECE}" type="presParOf" srcId="{985D4484-3976-42A1-82A0-F1ECC570F0FE}" destId="{C1A09254-D080-4D2E-9E0E-4602C691518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3FD778F-C67C-43A1-BA08-C041FA0D93E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B3EE5A0-1F22-4452-AA9E-981F6EE25291}">
      <dgm:prSet custT="1"/>
      <dgm:spPr/>
      <dgm:t>
        <a:bodyPr/>
        <a:lstStyle/>
        <a:p>
          <a:r>
            <a:rPr lang="en-IN" sz="2800" b="1"/>
            <a:t>Affiliate</a:t>
          </a:r>
          <a:r>
            <a:rPr lang="en-IN" sz="2800"/>
            <a:t>:</a:t>
          </a:r>
        </a:p>
      </dgm:t>
    </dgm:pt>
    <dgm:pt modelId="{616203FF-4D39-4584-BA18-7E4A5B761D7E}" type="parTrans" cxnId="{0BF29D34-A035-4E56-99FB-C8B9930F0343}">
      <dgm:prSet/>
      <dgm:spPr/>
      <dgm:t>
        <a:bodyPr/>
        <a:lstStyle/>
        <a:p>
          <a:endParaRPr lang="en-IN" sz="1800"/>
        </a:p>
      </dgm:t>
    </dgm:pt>
    <dgm:pt modelId="{E2879CFA-63A8-4FA8-9559-B22E65831E60}" type="sibTrans" cxnId="{0BF29D34-A035-4E56-99FB-C8B9930F0343}">
      <dgm:prSet/>
      <dgm:spPr/>
      <dgm:t>
        <a:bodyPr/>
        <a:lstStyle/>
        <a:p>
          <a:endParaRPr lang="en-IN" sz="1800"/>
        </a:p>
      </dgm:t>
    </dgm:pt>
    <dgm:pt modelId="{8C38ACCA-E2A5-4039-BFDD-EDBB8A671AC4}">
      <dgm:prSet custT="1"/>
      <dgm:spPr/>
      <dgm:t>
        <a:bodyPr/>
        <a:lstStyle/>
        <a:p>
          <a:r>
            <a:rPr lang="en-IN" sz="1800"/>
            <a:t>Earns revenue by promoting products on behalf of other companies, often receiving a commission.</a:t>
          </a:r>
        </a:p>
      </dgm:t>
    </dgm:pt>
    <dgm:pt modelId="{6B70EF00-A1D4-4835-9D70-FDD2E03E8BF8}" type="parTrans" cxnId="{746FFC8F-36D6-400A-984B-B27D3CF52373}">
      <dgm:prSet/>
      <dgm:spPr/>
      <dgm:t>
        <a:bodyPr/>
        <a:lstStyle/>
        <a:p>
          <a:endParaRPr lang="en-IN" sz="1800"/>
        </a:p>
      </dgm:t>
    </dgm:pt>
    <dgm:pt modelId="{D157F57F-AD04-4631-980F-98EA4A89FAF0}" type="sibTrans" cxnId="{746FFC8F-36D6-400A-984B-B27D3CF52373}">
      <dgm:prSet/>
      <dgm:spPr/>
      <dgm:t>
        <a:bodyPr/>
        <a:lstStyle/>
        <a:p>
          <a:endParaRPr lang="en-IN" sz="1800"/>
        </a:p>
      </dgm:t>
    </dgm:pt>
    <dgm:pt modelId="{B84E9FA5-E922-4B3C-9C8B-D1D2CCCB8411}">
      <dgm:prSet custT="1"/>
      <dgm:spPr/>
      <dgm:t>
        <a:bodyPr/>
        <a:lstStyle/>
        <a:p>
          <a:r>
            <a:rPr lang="en-IN" sz="1800" i="1"/>
            <a:t>Example</a:t>
          </a:r>
          <a:r>
            <a:rPr lang="en-IN" sz="1800"/>
            <a:t>: Social media influencers.</a:t>
          </a:r>
        </a:p>
      </dgm:t>
    </dgm:pt>
    <dgm:pt modelId="{0CD9F187-A928-41D2-9E7F-D17C79B5B3D2}" type="parTrans" cxnId="{A2E9B231-EDC8-44A0-877C-88AE4538F36A}">
      <dgm:prSet/>
      <dgm:spPr/>
      <dgm:t>
        <a:bodyPr/>
        <a:lstStyle/>
        <a:p>
          <a:endParaRPr lang="en-IN" sz="1800"/>
        </a:p>
      </dgm:t>
    </dgm:pt>
    <dgm:pt modelId="{877913D5-ECAA-4F31-B78A-6E2D08A3C668}" type="sibTrans" cxnId="{A2E9B231-EDC8-44A0-877C-88AE4538F36A}">
      <dgm:prSet/>
      <dgm:spPr/>
      <dgm:t>
        <a:bodyPr/>
        <a:lstStyle/>
        <a:p>
          <a:endParaRPr lang="en-IN" sz="1800"/>
        </a:p>
      </dgm:t>
    </dgm:pt>
    <dgm:pt modelId="{C1782489-7B0D-4262-A810-CAA1F4786F48}">
      <dgm:prSet custT="1"/>
      <dgm:spPr/>
      <dgm:t>
        <a:bodyPr/>
        <a:lstStyle/>
        <a:p>
          <a:r>
            <a:rPr lang="en-IN" sz="2800" b="1"/>
            <a:t>Razor Blade</a:t>
          </a:r>
          <a:r>
            <a:rPr lang="en-IN" sz="2800"/>
            <a:t>:</a:t>
          </a:r>
        </a:p>
      </dgm:t>
    </dgm:pt>
    <dgm:pt modelId="{DD93746B-3BD4-4764-9FE0-39C74CA88A30}" type="parTrans" cxnId="{D7C351C8-200F-43D2-8558-CBD9B1D41549}">
      <dgm:prSet/>
      <dgm:spPr/>
      <dgm:t>
        <a:bodyPr/>
        <a:lstStyle/>
        <a:p>
          <a:endParaRPr lang="en-IN" sz="1800"/>
        </a:p>
      </dgm:t>
    </dgm:pt>
    <dgm:pt modelId="{5C1247EC-4DEB-4BF1-89EF-C090F41998C1}" type="sibTrans" cxnId="{D7C351C8-200F-43D2-8558-CBD9B1D41549}">
      <dgm:prSet/>
      <dgm:spPr/>
      <dgm:t>
        <a:bodyPr/>
        <a:lstStyle/>
        <a:p>
          <a:endParaRPr lang="en-IN" sz="1800"/>
        </a:p>
      </dgm:t>
    </dgm:pt>
    <dgm:pt modelId="{383B9139-38AE-403D-970B-156F43C667C5}">
      <dgm:prSet custT="1"/>
      <dgm:spPr/>
      <dgm:t>
        <a:bodyPr/>
        <a:lstStyle/>
        <a:p>
          <a:r>
            <a:rPr lang="en-IN" sz="1800"/>
            <a:t>Sells a durable product at a low cost while profiting from high-margin consumables.</a:t>
          </a:r>
        </a:p>
      </dgm:t>
    </dgm:pt>
    <dgm:pt modelId="{E6E9DBC9-D541-4B26-BF32-F15AD0AD9D5B}" type="parTrans" cxnId="{2C4F883C-7AE1-4F97-A239-51D42316FBA7}">
      <dgm:prSet/>
      <dgm:spPr/>
      <dgm:t>
        <a:bodyPr/>
        <a:lstStyle/>
        <a:p>
          <a:endParaRPr lang="en-IN" sz="1800"/>
        </a:p>
      </dgm:t>
    </dgm:pt>
    <dgm:pt modelId="{44A6C67A-46CD-4FF8-B1CD-9DB633AF3226}" type="sibTrans" cxnId="{2C4F883C-7AE1-4F97-A239-51D42316FBA7}">
      <dgm:prSet/>
      <dgm:spPr/>
      <dgm:t>
        <a:bodyPr/>
        <a:lstStyle/>
        <a:p>
          <a:endParaRPr lang="en-IN" sz="1800"/>
        </a:p>
      </dgm:t>
    </dgm:pt>
    <dgm:pt modelId="{12CEC56A-01FE-42BE-AC38-AF4CC79B03A8}">
      <dgm:prSet custT="1"/>
      <dgm:spPr/>
      <dgm:t>
        <a:bodyPr/>
        <a:lstStyle/>
        <a:p>
          <a:r>
            <a:rPr lang="en-IN" sz="2800" b="1"/>
            <a:t>Reverse Razor Blade</a:t>
          </a:r>
          <a:r>
            <a:rPr lang="en-IN" sz="2800"/>
            <a:t>:</a:t>
          </a:r>
        </a:p>
      </dgm:t>
    </dgm:pt>
    <dgm:pt modelId="{93ED85D1-315A-463A-BFA6-F19BC369DB1F}" type="parTrans" cxnId="{BCFABB78-1E22-431C-B612-045AC3B71E00}">
      <dgm:prSet/>
      <dgm:spPr/>
      <dgm:t>
        <a:bodyPr/>
        <a:lstStyle/>
        <a:p>
          <a:endParaRPr lang="en-IN" sz="1800"/>
        </a:p>
      </dgm:t>
    </dgm:pt>
    <dgm:pt modelId="{46683286-4B1C-41E0-84E5-A30706B47880}" type="sibTrans" cxnId="{BCFABB78-1E22-431C-B612-045AC3B71E00}">
      <dgm:prSet/>
      <dgm:spPr/>
      <dgm:t>
        <a:bodyPr/>
        <a:lstStyle/>
        <a:p>
          <a:endParaRPr lang="en-IN" sz="1800"/>
        </a:p>
      </dgm:t>
    </dgm:pt>
    <dgm:pt modelId="{0D620902-4A9D-4594-8141-69C4CD842478}">
      <dgm:prSet custT="1"/>
      <dgm:spPr/>
      <dgm:t>
        <a:bodyPr/>
        <a:lstStyle/>
        <a:p>
          <a:r>
            <a:rPr lang="en-IN" sz="1800"/>
            <a:t>Sells a high-margin product upfront, with low-cost or free companion products provided later.</a:t>
          </a:r>
        </a:p>
      </dgm:t>
    </dgm:pt>
    <dgm:pt modelId="{3B22D03F-5CE2-49C0-8789-48CAFAACF1B1}" type="parTrans" cxnId="{9781B458-1F38-4651-BFBE-3EE8BA5079BA}">
      <dgm:prSet/>
      <dgm:spPr/>
      <dgm:t>
        <a:bodyPr/>
        <a:lstStyle/>
        <a:p>
          <a:endParaRPr lang="en-IN" sz="1800"/>
        </a:p>
      </dgm:t>
    </dgm:pt>
    <dgm:pt modelId="{F2389F60-8256-46A8-9E5F-10ADD071FBC2}" type="sibTrans" cxnId="{9781B458-1F38-4651-BFBE-3EE8BA5079BA}">
      <dgm:prSet/>
      <dgm:spPr/>
      <dgm:t>
        <a:bodyPr/>
        <a:lstStyle/>
        <a:p>
          <a:endParaRPr lang="en-IN" sz="1800"/>
        </a:p>
      </dgm:t>
    </dgm:pt>
    <dgm:pt modelId="{4C8B114A-C30A-4197-B395-B7FFC754FE5B}">
      <dgm:prSet custT="1"/>
      <dgm:spPr/>
      <dgm:t>
        <a:bodyPr/>
        <a:lstStyle/>
        <a:p>
          <a:r>
            <a:rPr lang="en-IN" sz="2800" b="1"/>
            <a:t>Franchise</a:t>
          </a:r>
          <a:r>
            <a:rPr lang="en-IN" sz="2800"/>
            <a:t>:</a:t>
          </a:r>
        </a:p>
      </dgm:t>
    </dgm:pt>
    <dgm:pt modelId="{B5D39410-34D6-4D0C-8092-269A035A9D75}" type="parTrans" cxnId="{50871DDC-461B-412F-A32A-5D4D7D480A3D}">
      <dgm:prSet/>
      <dgm:spPr/>
      <dgm:t>
        <a:bodyPr/>
        <a:lstStyle/>
        <a:p>
          <a:endParaRPr lang="en-IN" sz="1800"/>
        </a:p>
      </dgm:t>
    </dgm:pt>
    <dgm:pt modelId="{03C8FA12-382E-4265-9E75-DB7497AA49C5}" type="sibTrans" cxnId="{50871DDC-461B-412F-A32A-5D4D7D480A3D}">
      <dgm:prSet/>
      <dgm:spPr/>
      <dgm:t>
        <a:bodyPr/>
        <a:lstStyle/>
        <a:p>
          <a:endParaRPr lang="en-IN" sz="1800"/>
        </a:p>
      </dgm:t>
    </dgm:pt>
    <dgm:pt modelId="{13D591EF-E99D-4E39-A124-2F0F43C75A27}">
      <dgm:prSet custT="1"/>
      <dgm:spPr/>
      <dgm:t>
        <a:bodyPr/>
        <a:lstStyle/>
        <a:p>
          <a:r>
            <a:rPr lang="en-IN" sz="1800"/>
            <a:t>Expands a business by allowing others to replicate its model in new locations, sharing profits.</a:t>
          </a:r>
        </a:p>
      </dgm:t>
    </dgm:pt>
    <dgm:pt modelId="{4E8B2091-C14F-4718-951B-00EE340E5965}" type="parTrans" cxnId="{E0ED58E7-EAE7-451D-98F7-1603E5C502A0}">
      <dgm:prSet/>
      <dgm:spPr/>
      <dgm:t>
        <a:bodyPr/>
        <a:lstStyle/>
        <a:p>
          <a:endParaRPr lang="en-IN" sz="1800"/>
        </a:p>
      </dgm:t>
    </dgm:pt>
    <dgm:pt modelId="{4DB7606C-0060-488B-A3FC-8CAF4D0F10CF}" type="sibTrans" cxnId="{E0ED58E7-EAE7-451D-98F7-1603E5C502A0}">
      <dgm:prSet/>
      <dgm:spPr/>
      <dgm:t>
        <a:bodyPr/>
        <a:lstStyle/>
        <a:p>
          <a:endParaRPr lang="en-IN" sz="1800"/>
        </a:p>
      </dgm:t>
    </dgm:pt>
    <dgm:pt modelId="{9715190B-B32B-4D9C-8DFE-A42F75070A9A}">
      <dgm:prSet custT="1"/>
      <dgm:spPr/>
      <dgm:t>
        <a:bodyPr/>
        <a:lstStyle/>
        <a:p>
          <a:r>
            <a:rPr lang="en-IN" sz="1800" i="1"/>
            <a:t>Example</a:t>
          </a:r>
          <a:r>
            <a:rPr lang="en-IN" sz="1800"/>
            <a:t>: Domino's Pizza.</a:t>
          </a:r>
        </a:p>
      </dgm:t>
    </dgm:pt>
    <dgm:pt modelId="{26592143-846D-4AEB-9CB7-DD8877DC8B0D}" type="parTrans" cxnId="{3CCB5E39-F056-48D3-8FD4-4E256D1C7718}">
      <dgm:prSet/>
      <dgm:spPr/>
      <dgm:t>
        <a:bodyPr/>
        <a:lstStyle/>
        <a:p>
          <a:endParaRPr lang="en-IN" sz="1800"/>
        </a:p>
      </dgm:t>
    </dgm:pt>
    <dgm:pt modelId="{F0C07783-A010-4F9F-94F0-B934DA2A0808}" type="sibTrans" cxnId="{3CCB5E39-F056-48D3-8FD4-4E256D1C7718}">
      <dgm:prSet/>
      <dgm:spPr/>
      <dgm:t>
        <a:bodyPr/>
        <a:lstStyle/>
        <a:p>
          <a:endParaRPr lang="en-IN" sz="1800"/>
        </a:p>
      </dgm:t>
    </dgm:pt>
    <dgm:pt modelId="{D8EA449F-D60D-498A-9584-1224A0E18C30}">
      <dgm:prSet custT="1"/>
      <dgm:spPr/>
      <dgm:t>
        <a:bodyPr/>
        <a:lstStyle/>
        <a:p>
          <a:r>
            <a:rPr lang="en-IN" sz="2800" b="1"/>
            <a:t>Pay-As-You-Go</a:t>
          </a:r>
          <a:r>
            <a:rPr lang="en-IN" sz="2800"/>
            <a:t>:</a:t>
          </a:r>
        </a:p>
      </dgm:t>
    </dgm:pt>
    <dgm:pt modelId="{094BD901-D3FA-4422-B479-32B3B6A89978}" type="parTrans" cxnId="{B55E918B-6A75-4A57-9FC4-D4379324BF31}">
      <dgm:prSet/>
      <dgm:spPr/>
      <dgm:t>
        <a:bodyPr/>
        <a:lstStyle/>
        <a:p>
          <a:endParaRPr lang="en-IN" sz="1800"/>
        </a:p>
      </dgm:t>
    </dgm:pt>
    <dgm:pt modelId="{261E0704-6C99-47E2-82AE-161E6F79B72E}" type="sibTrans" cxnId="{B55E918B-6A75-4A57-9FC4-D4379324BF31}">
      <dgm:prSet/>
      <dgm:spPr/>
      <dgm:t>
        <a:bodyPr/>
        <a:lstStyle/>
        <a:p>
          <a:endParaRPr lang="en-IN" sz="1800"/>
        </a:p>
      </dgm:t>
    </dgm:pt>
    <dgm:pt modelId="{3E5517EF-CE10-4F70-A2BA-15554ABF1250}">
      <dgm:prSet custT="1"/>
      <dgm:spPr/>
      <dgm:t>
        <a:bodyPr/>
        <a:lstStyle/>
        <a:p>
          <a:r>
            <a:rPr lang="en-IN" sz="1800"/>
            <a:t>Charges based on usage rather than a fixed fee, common in utility services.</a:t>
          </a:r>
        </a:p>
      </dgm:t>
    </dgm:pt>
    <dgm:pt modelId="{3A08FA5F-95DF-4156-B93F-366E686C2361}" type="parTrans" cxnId="{CE2CA488-9626-4B28-AF8C-354C988A305C}">
      <dgm:prSet/>
      <dgm:spPr/>
      <dgm:t>
        <a:bodyPr/>
        <a:lstStyle/>
        <a:p>
          <a:endParaRPr lang="en-IN" sz="1800"/>
        </a:p>
      </dgm:t>
    </dgm:pt>
    <dgm:pt modelId="{53A44A60-C6D2-4479-AA87-54230BA40EA0}" type="sibTrans" cxnId="{CE2CA488-9626-4B28-AF8C-354C988A305C}">
      <dgm:prSet/>
      <dgm:spPr/>
      <dgm:t>
        <a:bodyPr/>
        <a:lstStyle/>
        <a:p>
          <a:endParaRPr lang="en-IN" sz="1800"/>
        </a:p>
      </dgm:t>
    </dgm:pt>
    <dgm:pt modelId="{5AD75CC5-24F6-44F6-B2B0-42F281B0CC01}">
      <dgm:prSet custT="1"/>
      <dgm:spPr/>
      <dgm:t>
        <a:bodyPr/>
        <a:lstStyle/>
        <a:p>
          <a:r>
            <a:rPr lang="en-IN" sz="2800" b="1"/>
            <a:t>Brokerage</a:t>
          </a:r>
          <a:r>
            <a:rPr lang="en-IN" sz="2800"/>
            <a:t>:</a:t>
          </a:r>
        </a:p>
      </dgm:t>
    </dgm:pt>
    <dgm:pt modelId="{C41261B7-5778-4D42-B9FF-84390EC1021B}" type="parTrans" cxnId="{CC696DAB-D828-4CCF-8276-0D40484B65CF}">
      <dgm:prSet/>
      <dgm:spPr/>
      <dgm:t>
        <a:bodyPr/>
        <a:lstStyle/>
        <a:p>
          <a:endParaRPr lang="en-IN" sz="1800"/>
        </a:p>
      </dgm:t>
    </dgm:pt>
    <dgm:pt modelId="{A30CCD98-CC72-45D2-9ECA-8979C7939857}" type="sibTrans" cxnId="{CC696DAB-D828-4CCF-8276-0D40484B65CF}">
      <dgm:prSet/>
      <dgm:spPr/>
      <dgm:t>
        <a:bodyPr/>
        <a:lstStyle/>
        <a:p>
          <a:endParaRPr lang="en-IN" sz="1800"/>
        </a:p>
      </dgm:t>
    </dgm:pt>
    <dgm:pt modelId="{22C05775-5DEA-4AF4-92E0-86086BA5E9D0}">
      <dgm:prSet custT="1"/>
      <dgm:spPr/>
      <dgm:t>
        <a:bodyPr/>
        <a:lstStyle/>
        <a:p>
          <a:r>
            <a:rPr lang="en-IN" sz="1800" dirty="0"/>
            <a:t>Connects buyers and sellers, earning a commission from transactions without selling goods directly.</a:t>
          </a:r>
        </a:p>
      </dgm:t>
    </dgm:pt>
    <dgm:pt modelId="{36416447-B74E-4586-B656-655C3B29E34D}" type="parTrans" cxnId="{1488771B-6F10-4CF6-90E6-A2640BAD4A34}">
      <dgm:prSet/>
      <dgm:spPr/>
      <dgm:t>
        <a:bodyPr/>
        <a:lstStyle/>
        <a:p>
          <a:endParaRPr lang="en-IN" sz="1800"/>
        </a:p>
      </dgm:t>
    </dgm:pt>
    <dgm:pt modelId="{A5B29E24-3447-4A99-9F88-B2D0CED0F4D4}" type="sibTrans" cxnId="{1488771B-6F10-4CF6-90E6-A2640BAD4A34}">
      <dgm:prSet/>
      <dgm:spPr/>
      <dgm:t>
        <a:bodyPr/>
        <a:lstStyle/>
        <a:p>
          <a:endParaRPr lang="en-IN" sz="1800"/>
        </a:p>
      </dgm:t>
    </dgm:pt>
    <dgm:pt modelId="{E221B078-09CD-4424-BDF9-9601AA5D6B7A}" type="pres">
      <dgm:prSet presAssocID="{F3FD778F-C67C-43A1-BA08-C041FA0D93E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C3055C-4348-4C59-A7D8-8E1687DE83B6}" type="pres">
      <dgm:prSet presAssocID="{5B3EE5A0-1F22-4452-AA9E-981F6EE25291}" presName="linNode" presStyleCnt="0"/>
      <dgm:spPr/>
    </dgm:pt>
    <dgm:pt modelId="{C8D4F35F-EB61-4FB2-A158-5621F3300C4E}" type="pres">
      <dgm:prSet presAssocID="{5B3EE5A0-1F22-4452-AA9E-981F6EE25291}" presName="parentText" presStyleLbl="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F8C904-A826-4EEC-BAD3-36FA91658EB9}" type="pres">
      <dgm:prSet presAssocID="{5B3EE5A0-1F22-4452-AA9E-981F6EE25291}" presName="descendantText" presStyleLbl="align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7BBB1C-600D-4DA5-BD27-439E5CA8B7B3}" type="pres">
      <dgm:prSet presAssocID="{E2879CFA-63A8-4FA8-9559-B22E65831E60}" presName="sp" presStyleCnt="0"/>
      <dgm:spPr/>
    </dgm:pt>
    <dgm:pt modelId="{6A0B27BC-47E4-427C-A4FE-1833AB9B9FEE}" type="pres">
      <dgm:prSet presAssocID="{C1782489-7B0D-4262-A810-CAA1F4786F48}" presName="linNode" presStyleCnt="0"/>
      <dgm:spPr/>
    </dgm:pt>
    <dgm:pt modelId="{B2C5CA4A-23A8-46B6-AF58-F024BF7CE5D0}" type="pres">
      <dgm:prSet presAssocID="{C1782489-7B0D-4262-A810-CAA1F4786F48}" presName="parentText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EF67F0-D316-40EE-8651-6F7D307397D1}" type="pres">
      <dgm:prSet presAssocID="{C1782489-7B0D-4262-A810-CAA1F4786F48}" presName="descendantText" presStyleLbl="align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1A349E-64C6-457B-A097-ACD78E19D3C7}" type="pres">
      <dgm:prSet presAssocID="{5C1247EC-4DEB-4BF1-89EF-C090F41998C1}" presName="sp" presStyleCnt="0"/>
      <dgm:spPr/>
    </dgm:pt>
    <dgm:pt modelId="{4363F374-D194-4CC8-BC95-1783E7B3DDBE}" type="pres">
      <dgm:prSet presAssocID="{12CEC56A-01FE-42BE-AC38-AF4CC79B03A8}" presName="linNode" presStyleCnt="0"/>
      <dgm:spPr/>
    </dgm:pt>
    <dgm:pt modelId="{18CFC5F2-F6A6-4A4D-B3BE-519EA6799E05}" type="pres">
      <dgm:prSet presAssocID="{12CEC56A-01FE-42BE-AC38-AF4CC79B03A8}" presName="parentText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18C31F-3D1C-43BE-8744-32FC329B6C40}" type="pres">
      <dgm:prSet presAssocID="{12CEC56A-01FE-42BE-AC38-AF4CC79B03A8}" presName="descendantText" presStyleLbl="align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DE1FE9-B23A-4E52-B5CE-E84D1F300140}" type="pres">
      <dgm:prSet presAssocID="{46683286-4B1C-41E0-84E5-A30706B47880}" presName="sp" presStyleCnt="0"/>
      <dgm:spPr/>
    </dgm:pt>
    <dgm:pt modelId="{78258CE3-6AAA-4354-8EE9-A8925B75DA03}" type="pres">
      <dgm:prSet presAssocID="{4C8B114A-C30A-4197-B395-B7FFC754FE5B}" presName="linNode" presStyleCnt="0"/>
      <dgm:spPr/>
    </dgm:pt>
    <dgm:pt modelId="{200CE01C-CE45-4952-A320-27D782092CE8}" type="pres">
      <dgm:prSet presAssocID="{4C8B114A-C30A-4197-B395-B7FFC754FE5B}" presName="parentText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C6F299-F63D-44B7-A475-69E17A113E01}" type="pres">
      <dgm:prSet presAssocID="{4C8B114A-C30A-4197-B395-B7FFC754FE5B}" presName="descendantText" presStyleLbl="align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06B371-0494-4F96-95B0-AC2AA0A556DA}" type="pres">
      <dgm:prSet presAssocID="{03C8FA12-382E-4265-9E75-DB7497AA49C5}" presName="sp" presStyleCnt="0"/>
      <dgm:spPr/>
    </dgm:pt>
    <dgm:pt modelId="{E2783383-1610-4411-9861-55FC5D073297}" type="pres">
      <dgm:prSet presAssocID="{D8EA449F-D60D-498A-9584-1224A0E18C30}" presName="linNode" presStyleCnt="0"/>
      <dgm:spPr/>
    </dgm:pt>
    <dgm:pt modelId="{975327DC-8681-44F0-91B0-02D56A60687E}" type="pres">
      <dgm:prSet presAssocID="{D8EA449F-D60D-498A-9584-1224A0E18C30}" presName="parentText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825F87-EA31-43E8-86BA-C1293358E93A}" type="pres">
      <dgm:prSet presAssocID="{D8EA449F-D60D-498A-9584-1224A0E18C30}" presName="descendantText" presStyleLbl="align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36EF46-80AB-4B56-9BDB-7061E134E7CC}" type="pres">
      <dgm:prSet presAssocID="{261E0704-6C99-47E2-82AE-161E6F79B72E}" presName="sp" presStyleCnt="0"/>
      <dgm:spPr/>
    </dgm:pt>
    <dgm:pt modelId="{8CCF4BA5-5BD2-4853-824C-80B062D53036}" type="pres">
      <dgm:prSet presAssocID="{5AD75CC5-24F6-44F6-B2B0-42F281B0CC01}" presName="linNode" presStyleCnt="0"/>
      <dgm:spPr/>
    </dgm:pt>
    <dgm:pt modelId="{FB1E2F4A-3537-4D87-A36C-AD3BC5E1F768}" type="pres">
      <dgm:prSet presAssocID="{5AD75CC5-24F6-44F6-B2B0-42F281B0CC01}" presName="parentText" presStyleLbl="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8D0BA7-37AA-4F93-AE27-57ADBC2EA085}" type="pres">
      <dgm:prSet presAssocID="{5AD75CC5-24F6-44F6-B2B0-42F281B0CC01}" presName="descendantText" presStyleLbl="align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C0E9790-DD7C-4688-9066-E2FC06E55C5B}" type="presOf" srcId="{9715190B-B32B-4D9C-8DFE-A42F75070A9A}" destId="{5FC6F299-F63D-44B7-A475-69E17A113E01}" srcOrd="0" destOrd="1" presId="urn:microsoft.com/office/officeart/2005/8/layout/vList5"/>
    <dgm:cxn modelId="{0BF29D34-A035-4E56-99FB-C8B9930F0343}" srcId="{F3FD778F-C67C-43A1-BA08-C041FA0D93E1}" destId="{5B3EE5A0-1F22-4452-AA9E-981F6EE25291}" srcOrd="0" destOrd="0" parTransId="{616203FF-4D39-4584-BA18-7E4A5B761D7E}" sibTransId="{E2879CFA-63A8-4FA8-9559-B22E65831E60}"/>
    <dgm:cxn modelId="{D2314192-E76E-492B-B5A0-5DFA2E487CF1}" type="presOf" srcId="{3E5517EF-CE10-4F70-A2BA-15554ABF1250}" destId="{09825F87-EA31-43E8-86BA-C1293358E93A}" srcOrd="0" destOrd="0" presId="urn:microsoft.com/office/officeart/2005/8/layout/vList5"/>
    <dgm:cxn modelId="{9781B458-1F38-4651-BFBE-3EE8BA5079BA}" srcId="{12CEC56A-01FE-42BE-AC38-AF4CC79B03A8}" destId="{0D620902-4A9D-4594-8141-69C4CD842478}" srcOrd="0" destOrd="0" parTransId="{3B22D03F-5CE2-49C0-8789-48CAFAACF1B1}" sibTransId="{F2389F60-8256-46A8-9E5F-10ADD071FBC2}"/>
    <dgm:cxn modelId="{746FFC8F-36D6-400A-984B-B27D3CF52373}" srcId="{5B3EE5A0-1F22-4452-AA9E-981F6EE25291}" destId="{8C38ACCA-E2A5-4039-BFDD-EDBB8A671AC4}" srcOrd="0" destOrd="0" parTransId="{6B70EF00-A1D4-4835-9D70-FDD2E03E8BF8}" sibTransId="{D157F57F-AD04-4631-980F-98EA4A89FAF0}"/>
    <dgm:cxn modelId="{BCFABB78-1E22-431C-B612-045AC3B71E00}" srcId="{F3FD778F-C67C-43A1-BA08-C041FA0D93E1}" destId="{12CEC56A-01FE-42BE-AC38-AF4CC79B03A8}" srcOrd="2" destOrd="0" parTransId="{93ED85D1-315A-463A-BFA6-F19BC369DB1F}" sibTransId="{46683286-4B1C-41E0-84E5-A30706B47880}"/>
    <dgm:cxn modelId="{940D8670-6309-4671-B50E-00D167E60054}" type="presOf" srcId="{5AD75CC5-24F6-44F6-B2B0-42F281B0CC01}" destId="{FB1E2F4A-3537-4D87-A36C-AD3BC5E1F768}" srcOrd="0" destOrd="0" presId="urn:microsoft.com/office/officeart/2005/8/layout/vList5"/>
    <dgm:cxn modelId="{3CCB5E39-F056-48D3-8FD4-4E256D1C7718}" srcId="{4C8B114A-C30A-4197-B395-B7FFC754FE5B}" destId="{9715190B-B32B-4D9C-8DFE-A42F75070A9A}" srcOrd="1" destOrd="0" parTransId="{26592143-846D-4AEB-9CB7-DD8877DC8B0D}" sibTransId="{F0C07783-A010-4F9F-94F0-B934DA2A0808}"/>
    <dgm:cxn modelId="{4698CAAB-56E3-4976-8E34-33DDA24B2D5A}" type="presOf" srcId="{13D591EF-E99D-4E39-A124-2F0F43C75A27}" destId="{5FC6F299-F63D-44B7-A475-69E17A113E01}" srcOrd="0" destOrd="0" presId="urn:microsoft.com/office/officeart/2005/8/layout/vList5"/>
    <dgm:cxn modelId="{CE2CA488-9626-4B28-AF8C-354C988A305C}" srcId="{D8EA449F-D60D-498A-9584-1224A0E18C30}" destId="{3E5517EF-CE10-4F70-A2BA-15554ABF1250}" srcOrd="0" destOrd="0" parTransId="{3A08FA5F-95DF-4156-B93F-366E686C2361}" sibTransId="{53A44A60-C6D2-4479-AA87-54230BA40EA0}"/>
    <dgm:cxn modelId="{C66D72D7-9356-4DA3-94EC-420AB8AE349B}" type="presOf" srcId="{5B3EE5A0-1F22-4452-AA9E-981F6EE25291}" destId="{C8D4F35F-EB61-4FB2-A158-5621F3300C4E}" srcOrd="0" destOrd="0" presId="urn:microsoft.com/office/officeart/2005/8/layout/vList5"/>
    <dgm:cxn modelId="{E9AAB822-EB9E-4578-9B28-ED767D23A26B}" type="presOf" srcId="{12CEC56A-01FE-42BE-AC38-AF4CC79B03A8}" destId="{18CFC5F2-F6A6-4A4D-B3BE-519EA6799E05}" srcOrd="0" destOrd="0" presId="urn:microsoft.com/office/officeart/2005/8/layout/vList5"/>
    <dgm:cxn modelId="{0258A47F-BE32-452C-A5DE-CA03C49E6756}" type="presOf" srcId="{0D620902-4A9D-4594-8141-69C4CD842478}" destId="{C318C31F-3D1C-43BE-8744-32FC329B6C40}" srcOrd="0" destOrd="0" presId="urn:microsoft.com/office/officeart/2005/8/layout/vList5"/>
    <dgm:cxn modelId="{2C4F883C-7AE1-4F97-A239-51D42316FBA7}" srcId="{C1782489-7B0D-4262-A810-CAA1F4786F48}" destId="{383B9139-38AE-403D-970B-156F43C667C5}" srcOrd="0" destOrd="0" parTransId="{E6E9DBC9-D541-4B26-BF32-F15AD0AD9D5B}" sibTransId="{44A6C67A-46CD-4FF8-B1CD-9DB633AF3226}"/>
    <dgm:cxn modelId="{C426EA05-1CE9-4FBC-A4A1-A31E383667C1}" type="presOf" srcId="{C1782489-7B0D-4262-A810-CAA1F4786F48}" destId="{B2C5CA4A-23A8-46B6-AF58-F024BF7CE5D0}" srcOrd="0" destOrd="0" presId="urn:microsoft.com/office/officeart/2005/8/layout/vList5"/>
    <dgm:cxn modelId="{CC696DAB-D828-4CCF-8276-0D40484B65CF}" srcId="{F3FD778F-C67C-43A1-BA08-C041FA0D93E1}" destId="{5AD75CC5-24F6-44F6-B2B0-42F281B0CC01}" srcOrd="5" destOrd="0" parTransId="{C41261B7-5778-4D42-B9FF-84390EC1021B}" sibTransId="{A30CCD98-CC72-45D2-9ECA-8979C7939857}"/>
    <dgm:cxn modelId="{506AB095-1986-4F6E-A00D-CFC63865ED92}" type="presOf" srcId="{4C8B114A-C30A-4197-B395-B7FFC754FE5B}" destId="{200CE01C-CE45-4952-A320-27D782092CE8}" srcOrd="0" destOrd="0" presId="urn:microsoft.com/office/officeart/2005/8/layout/vList5"/>
    <dgm:cxn modelId="{1488771B-6F10-4CF6-90E6-A2640BAD4A34}" srcId="{5AD75CC5-24F6-44F6-B2B0-42F281B0CC01}" destId="{22C05775-5DEA-4AF4-92E0-86086BA5E9D0}" srcOrd="0" destOrd="0" parTransId="{36416447-B74E-4586-B656-655C3B29E34D}" sibTransId="{A5B29E24-3447-4A99-9F88-B2D0CED0F4D4}"/>
    <dgm:cxn modelId="{E0ED58E7-EAE7-451D-98F7-1603E5C502A0}" srcId="{4C8B114A-C30A-4197-B395-B7FFC754FE5B}" destId="{13D591EF-E99D-4E39-A124-2F0F43C75A27}" srcOrd="0" destOrd="0" parTransId="{4E8B2091-C14F-4718-951B-00EE340E5965}" sibTransId="{4DB7606C-0060-488B-A3FC-8CAF4D0F10CF}"/>
    <dgm:cxn modelId="{B55E918B-6A75-4A57-9FC4-D4379324BF31}" srcId="{F3FD778F-C67C-43A1-BA08-C041FA0D93E1}" destId="{D8EA449F-D60D-498A-9584-1224A0E18C30}" srcOrd="4" destOrd="0" parTransId="{094BD901-D3FA-4422-B479-32B3B6A89978}" sibTransId="{261E0704-6C99-47E2-82AE-161E6F79B72E}"/>
    <dgm:cxn modelId="{A2E9B231-EDC8-44A0-877C-88AE4538F36A}" srcId="{5B3EE5A0-1F22-4452-AA9E-981F6EE25291}" destId="{B84E9FA5-E922-4B3C-9C8B-D1D2CCCB8411}" srcOrd="1" destOrd="0" parTransId="{0CD9F187-A928-41D2-9E7F-D17C79B5B3D2}" sibTransId="{877913D5-ECAA-4F31-B78A-6E2D08A3C668}"/>
    <dgm:cxn modelId="{50871DDC-461B-412F-A32A-5D4D7D480A3D}" srcId="{F3FD778F-C67C-43A1-BA08-C041FA0D93E1}" destId="{4C8B114A-C30A-4197-B395-B7FFC754FE5B}" srcOrd="3" destOrd="0" parTransId="{B5D39410-34D6-4D0C-8092-269A035A9D75}" sibTransId="{03C8FA12-382E-4265-9E75-DB7497AA49C5}"/>
    <dgm:cxn modelId="{D7C351C8-200F-43D2-8558-CBD9B1D41549}" srcId="{F3FD778F-C67C-43A1-BA08-C041FA0D93E1}" destId="{C1782489-7B0D-4262-A810-CAA1F4786F48}" srcOrd="1" destOrd="0" parTransId="{DD93746B-3BD4-4764-9FE0-39C74CA88A30}" sibTransId="{5C1247EC-4DEB-4BF1-89EF-C090F41998C1}"/>
    <dgm:cxn modelId="{0655CCC0-4A82-4CF6-912F-05F4928BC393}" type="presOf" srcId="{8C38ACCA-E2A5-4039-BFDD-EDBB8A671AC4}" destId="{86F8C904-A826-4EEC-BAD3-36FA91658EB9}" srcOrd="0" destOrd="0" presId="urn:microsoft.com/office/officeart/2005/8/layout/vList5"/>
    <dgm:cxn modelId="{27AF51F5-8F4F-4229-83A7-A0732B81B758}" type="presOf" srcId="{D8EA449F-D60D-498A-9584-1224A0E18C30}" destId="{975327DC-8681-44F0-91B0-02D56A60687E}" srcOrd="0" destOrd="0" presId="urn:microsoft.com/office/officeart/2005/8/layout/vList5"/>
    <dgm:cxn modelId="{BCDF1D56-A34A-4AD5-96C2-0EC0DB8F7841}" type="presOf" srcId="{22C05775-5DEA-4AF4-92E0-86086BA5E9D0}" destId="{1F8D0BA7-37AA-4F93-AE27-57ADBC2EA085}" srcOrd="0" destOrd="0" presId="urn:microsoft.com/office/officeart/2005/8/layout/vList5"/>
    <dgm:cxn modelId="{517F0864-DA4A-4398-AAC4-86547D6C9986}" type="presOf" srcId="{383B9139-38AE-403D-970B-156F43C667C5}" destId="{59EF67F0-D316-40EE-8651-6F7D307397D1}" srcOrd="0" destOrd="0" presId="urn:microsoft.com/office/officeart/2005/8/layout/vList5"/>
    <dgm:cxn modelId="{48D6BD2B-17B2-469E-BFD4-AFEB7E9E7A33}" type="presOf" srcId="{F3FD778F-C67C-43A1-BA08-C041FA0D93E1}" destId="{E221B078-09CD-4424-BDF9-9601AA5D6B7A}" srcOrd="0" destOrd="0" presId="urn:microsoft.com/office/officeart/2005/8/layout/vList5"/>
    <dgm:cxn modelId="{F29FAD38-FC3B-40B5-87B2-5B32E90E36F1}" type="presOf" srcId="{B84E9FA5-E922-4B3C-9C8B-D1D2CCCB8411}" destId="{86F8C904-A826-4EEC-BAD3-36FA91658EB9}" srcOrd="0" destOrd="1" presId="urn:microsoft.com/office/officeart/2005/8/layout/vList5"/>
    <dgm:cxn modelId="{54F6285F-425C-4AB1-84F9-F69A5880A9C7}" type="presParOf" srcId="{E221B078-09CD-4424-BDF9-9601AA5D6B7A}" destId="{2DC3055C-4348-4C59-A7D8-8E1687DE83B6}" srcOrd="0" destOrd="0" presId="urn:microsoft.com/office/officeart/2005/8/layout/vList5"/>
    <dgm:cxn modelId="{5621B103-7021-4687-B869-FDDBE1569186}" type="presParOf" srcId="{2DC3055C-4348-4C59-A7D8-8E1687DE83B6}" destId="{C8D4F35F-EB61-4FB2-A158-5621F3300C4E}" srcOrd="0" destOrd="0" presId="urn:microsoft.com/office/officeart/2005/8/layout/vList5"/>
    <dgm:cxn modelId="{30A532FD-C600-4944-95F6-98B832B6B1DE}" type="presParOf" srcId="{2DC3055C-4348-4C59-A7D8-8E1687DE83B6}" destId="{86F8C904-A826-4EEC-BAD3-36FA91658EB9}" srcOrd="1" destOrd="0" presId="urn:microsoft.com/office/officeart/2005/8/layout/vList5"/>
    <dgm:cxn modelId="{051CD4AE-D6C8-442B-AA99-99110ECA8003}" type="presParOf" srcId="{E221B078-09CD-4424-BDF9-9601AA5D6B7A}" destId="{3E7BBB1C-600D-4DA5-BD27-439E5CA8B7B3}" srcOrd="1" destOrd="0" presId="urn:microsoft.com/office/officeart/2005/8/layout/vList5"/>
    <dgm:cxn modelId="{FF65737B-8989-4D53-9F4F-F8ABEA67A5B6}" type="presParOf" srcId="{E221B078-09CD-4424-BDF9-9601AA5D6B7A}" destId="{6A0B27BC-47E4-427C-A4FE-1833AB9B9FEE}" srcOrd="2" destOrd="0" presId="urn:microsoft.com/office/officeart/2005/8/layout/vList5"/>
    <dgm:cxn modelId="{EA886BF4-79A6-4AB7-B6B1-E7662866BF8C}" type="presParOf" srcId="{6A0B27BC-47E4-427C-A4FE-1833AB9B9FEE}" destId="{B2C5CA4A-23A8-46B6-AF58-F024BF7CE5D0}" srcOrd="0" destOrd="0" presId="urn:microsoft.com/office/officeart/2005/8/layout/vList5"/>
    <dgm:cxn modelId="{A63840EA-2D2E-48F7-8589-F3B4E8D02134}" type="presParOf" srcId="{6A0B27BC-47E4-427C-A4FE-1833AB9B9FEE}" destId="{59EF67F0-D316-40EE-8651-6F7D307397D1}" srcOrd="1" destOrd="0" presId="urn:microsoft.com/office/officeart/2005/8/layout/vList5"/>
    <dgm:cxn modelId="{8FEFC19E-C0AB-476F-8053-85E2CDD818F0}" type="presParOf" srcId="{E221B078-09CD-4424-BDF9-9601AA5D6B7A}" destId="{4F1A349E-64C6-457B-A097-ACD78E19D3C7}" srcOrd="3" destOrd="0" presId="urn:microsoft.com/office/officeart/2005/8/layout/vList5"/>
    <dgm:cxn modelId="{A1367FC2-78EC-4ED3-A464-D45342D1155B}" type="presParOf" srcId="{E221B078-09CD-4424-BDF9-9601AA5D6B7A}" destId="{4363F374-D194-4CC8-BC95-1783E7B3DDBE}" srcOrd="4" destOrd="0" presId="urn:microsoft.com/office/officeart/2005/8/layout/vList5"/>
    <dgm:cxn modelId="{57E3B158-CEEC-4887-A4BE-C41D38CD0298}" type="presParOf" srcId="{4363F374-D194-4CC8-BC95-1783E7B3DDBE}" destId="{18CFC5F2-F6A6-4A4D-B3BE-519EA6799E05}" srcOrd="0" destOrd="0" presId="urn:microsoft.com/office/officeart/2005/8/layout/vList5"/>
    <dgm:cxn modelId="{7A9AD35A-39A9-4CE1-AFEE-773045779F36}" type="presParOf" srcId="{4363F374-D194-4CC8-BC95-1783E7B3DDBE}" destId="{C318C31F-3D1C-43BE-8744-32FC329B6C40}" srcOrd="1" destOrd="0" presId="urn:microsoft.com/office/officeart/2005/8/layout/vList5"/>
    <dgm:cxn modelId="{3BD5D170-FFC0-49B1-AC41-0D007FDEC7C1}" type="presParOf" srcId="{E221B078-09CD-4424-BDF9-9601AA5D6B7A}" destId="{1EDE1FE9-B23A-4E52-B5CE-E84D1F300140}" srcOrd="5" destOrd="0" presId="urn:microsoft.com/office/officeart/2005/8/layout/vList5"/>
    <dgm:cxn modelId="{A6E75756-58CC-42A6-B566-561E0578DCFA}" type="presParOf" srcId="{E221B078-09CD-4424-BDF9-9601AA5D6B7A}" destId="{78258CE3-6AAA-4354-8EE9-A8925B75DA03}" srcOrd="6" destOrd="0" presId="urn:microsoft.com/office/officeart/2005/8/layout/vList5"/>
    <dgm:cxn modelId="{12938C9B-12A2-4509-89F6-3CCC6350E3B5}" type="presParOf" srcId="{78258CE3-6AAA-4354-8EE9-A8925B75DA03}" destId="{200CE01C-CE45-4952-A320-27D782092CE8}" srcOrd="0" destOrd="0" presId="urn:microsoft.com/office/officeart/2005/8/layout/vList5"/>
    <dgm:cxn modelId="{AAACE3C0-F9CB-4523-9987-BF4F1EBB49FD}" type="presParOf" srcId="{78258CE3-6AAA-4354-8EE9-A8925B75DA03}" destId="{5FC6F299-F63D-44B7-A475-69E17A113E01}" srcOrd="1" destOrd="0" presId="urn:microsoft.com/office/officeart/2005/8/layout/vList5"/>
    <dgm:cxn modelId="{543C3F68-E342-477A-B4A9-0C379AD3A44F}" type="presParOf" srcId="{E221B078-09CD-4424-BDF9-9601AA5D6B7A}" destId="{F406B371-0494-4F96-95B0-AC2AA0A556DA}" srcOrd="7" destOrd="0" presId="urn:microsoft.com/office/officeart/2005/8/layout/vList5"/>
    <dgm:cxn modelId="{FE90D428-7C92-475C-B1BC-E5ED06F05E88}" type="presParOf" srcId="{E221B078-09CD-4424-BDF9-9601AA5D6B7A}" destId="{E2783383-1610-4411-9861-55FC5D073297}" srcOrd="8" destOrd="0" presId="urn:microsoft.com/office/officeart/2005/8/layout/vList5"/>
    <dgm:cxn modelId="{B868DD6B-617C-404B-A1E8-D1571FC88168}" type="presParOf" srcId="{E2783383-1610-4411-9861-55FC5D073297}" destId="{975327DC-8681-44F0-91B0-02D56A60687E}" srcOrd="0" destOrd="0" presId="urn:microsoft.com/office/officeart/2005/8/layout/vList5"/>
    <dgm:cxn modelId="{9EDAE181-ED8A-4403-891C-ABA4480D50CA}" type="presParOf" srcId="{E2783383-1610-4411-9861-55FC5D073297}" destId="{09825F87-EA31-43E8-86BA-C1293358E93A}" srcOrd="1" destOrd="0" presId="urn:microsoft.com/office/officeart/2005/8/layout/vList5"/>
    <dgm:cxn modelId="{A04A7DA4-9CAE-4008-AFF5-A7AF27D1D5BF}" type="presParOf" srcId="{E221B078-09CD-4424-BDF9-9601AA5D6B7A}" destId="{A736EF46-80AB-4B56-9BDB-7061E134E7CC}" srcOrd="9" destOrd="0" presId="urn:microsoft.com/office/officeart/2005/8/layout/vList5"/>
    <dgm:cxn modelId="{4043716F-BAB6-4A99-BEC8-680850FEBD99}" type="presParOf" srcId="{E221B078-09CD-4424-BDF9-9601AA5D6B7A}" destId="{8CCF4BA5-5BD2-4853-824C-80B062D53036}" srcOrd="10" destOrd="0" presId="urn:microsoft.com/office/officeart/2005/8/layout/vList5"/>
    <dgm:cxn modelId="{4969B735-DB6C-4058-9A3A-5EEB164409CB}" type="presParOf" srcId="{8CCF4BA5-5BD2-4853-824C-80B062D53036}" destId="{FB1E2F4A-3537-4D87-A36C-AD3BC5E1F768}" srcOrd="0" destOrd="0" presId="urn:microsoft.com/office/officeart/2005/8/layout/vList5"/>
    <dgm:cxn modelId="{C1002B4F-DADC-48A5-970E-3E882C45CE1F}" type="presParOf" srcId="{8CCF4BA5-5BD2-4853-824C-80B062D53036}" destId="{1F8D0BA7-37AA-4F93-AE27-57ADBC2EA08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D6E9E1B-D2F7-4CC2-9DA4-455DDC6488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F7F06EF-8E78-409A-83DA-1B992CD4AF46}">
      <dgm:prSet custT="1"/>
      <dgm:spPr>
        <a:solidFill>
          <a:schemeClr val="tx2"/>
        </a:solidFill>
      </dgm:spPr>
      <dgm:t>
        <a:bodyPr/>
        <a:lstStyle/>
        <a:p>
          <a:r>
            <a:rPr lang="en-IN" sz="3200" b="1" dirty="0">
              <a:latin typeface="Times New Roman" panose="02020603050405020304" pitchFamily="18" charset="0"/>
              <a:cs typeface="Times New Roman" panose="02020603050405020304" pitchFamily="18" charset="0"/>
            </a:rPr>
            <a:t>Role of Innovation in Entrepreneurship</a:t>
          </a:r>
          <a:endParaRPr lang="en-IN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1BA1A0-8DDE-490E-ADBB-79571475A46C}" type="parTrans" cxnId="{695CD2D3-1FCF-414A-8E31-9405706CBAB9}">
      <dgm:prSet/>
      <dgm:spPr/>
      <dgm:t>
        <a:bodyPr/>
        <a:lstStyle/>
        <a:p>
          <a:endParaRPr lang="en-IN"/>
        </a:p>
      </dgm:t>
    </dgm:pt>
    <dgm:pt modelId="{367804BD-8A06-4290-BFA7-B3C175BEC72E}" type="sibTrans" cxnId="{695CD2D3-1FCF-414A-8E31-9405706CBAB9}">
      <dgm:prSet/>
      <dgm:spPr/>
      <dgm:t>
        <a:bodyPr/>
        <a:lstStyle/>
        <a:p>
          <a:endParaRPr lang="en-IN"/>
        </a:p>
      </dgm:t>
    </dgm:pt>
    <dgm:pt modelId="{15FBD8A9-BFB8-4732-9684-68798901A926}">
      <dgm:prSet custT="1"/>
      <dgm:spPr>
        <a:solidFill>
          <a:schemeClr val="tx2"/>
        </a:solidFill>
      </dgm:spPr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Creating Value: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Innovating to develop unique value propositions that attract and retain customers in a competitive market.</a:t>
          </a:r>
        </a:p>
      </dgm:t>
    </dgm:pt>
    <dgm:pt modelId="{CF1A4202-2807-4AC2-8A3A-81C12EA91E81}" type="parTrans" cxnId="{110EE371-4734-44A9-8C99-FC60D89BEFD9}">
      <dgm:prSet/>
      <dgm:spPr/>
      <dgm:t>
        <a:bodyPr/>
        <a:lstStyle/>
        <a:p>
          <a:endParaRPr lang="en-IN"/>
        </a:p>
      </dgm:t>
    </dgm:pt>
    <dgm:pt modelId="{D8A3D777-6D74-4860-8F39-CEA24F6AB4E3}" type="sibTrans" cxnId="{110EE371-4734-44A9-8C99-FC60D89BEFD9}">
      <dgm:prSet/>
      <dgm:spPr/>
      <dgm:t>
        <a:bodyPr/>
        <a:lstStyle/>
        <a:p>
          <a:endParaRPr lang="en-IN"/>
        </a:p>
      </dgm:t>
    </dgm:pt>
    <dgm:pt modelId="{F19491B4-E0F6-4604-81D6-57A959AFDDAD}">
      <dgm:prSet custT="1"/>
      <dgm:spPr>
        <a:solidFill>
          <a:schemeClr val="tx2"/>
        </a:solidFill>
      </dgm:spPr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Gaining Competitive Advantage: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Differentiating your offerings through innovation to establish a sustainable edge over competitors.</a:t>
          </a:r>
        </a:p>
      </dgm:t>
    </dgm:pt>
    <dgm:pt modelId="{BF2E2F48-3428-45BD-B5A1-C7A939DE4365}" type="parTrans" cxnId="{ADE800DF-A367-41E4-B4A1-45115F1AE909}">
      <dgm:prSet/>
      <dgm:spPr/>
      <dgm:t>
        <a:bodyPr/>
        <a:lstStyle/>
        <a:p>
          <a:endParaRPr lang="en-IN"/>
        </a:p>
      </dgm:t>
    </dgm:pt>
    <dgm:pt modelId="{6591553A-8D3D-455D-B9D3-C9FF3DDE9F67}" type="sibTrans" cxnId="{ADE800DF-A367-41E4-B4A1-45115F1AE909}">
      <dgm:prSet/>
      <dgm:spPr/>
      <dgm:t>
        <a:bodyPr/>
        <a:lstStyle/>
        <a:p>
          <a:endParaRPr lang="en-IN"/>
        </a:p>
      </dgm:t>
    </dgm:pt>
    <dgm:pt modelId="{4A56EC45-4BC7-45F1-92B5-4E4D317B52B0}">
      <dgm:prSet custT="1"/>
      <dgm:spPr>
        <a:solidFill>
          <a:schemeClr val="tx2"/>
        </a:solidFill>
      </dgm:spPr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Driving Growth: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Leveraging innovation to expand market reach, improve efficiency, and create new revenue streams.</a:t>
          </a:r>
        </a:p>
      </dgm:t>
    </dgm:pt>
    <dgm:pt modelId="{586FABC1-B2C8-4A0E-9C9F-B71ED9D6DFB6}" type="parTrans" cxnId="{7B31A8AE-1116-416C-B665-FA1A3C6FB8CD}">
      <dgm:prSet/>
      <dgm:spPr/>
      <dgm:t>
        <a:bodyPr/>
        <a:lstStyle/>
        <a:p>
          <a:endParaRPr lang="en-IN"/>
        </a:p>
      </dgm:t>
    </dgm:pt>
    <dgm:pt modelId="{05CA8490-2B96-457E-AF3E-D530DF6CEEE8}" type="sibTrans" cxnId="{7B31A8AE-1116-416C-B665-FA1A3C6FB8CD}">
      <dgm:prSet/>
      <dgm:spPr/>
      <dgm:t>
        <a:bodyPr/>
        <a:lstStyle/>
        <a:p>
          <a:endParaRPr lang="en-IN"/>
        </a:p>
      </dgm:t>
    </dgm:pt>
    <dgm:pt modelId="{DC94CE60-1D35-4BA8-96E2-141D3F3413B6}">
      <dgm:prSet custT="1"/>
      <dgm:spPr>
        <a:solidFill>
          <a:schemeClr val="tx2"/>
        </a:solidFill>
      </dgm:spPr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Adapting to Change: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Using innovation to stay agile and relevant in a rapidly evolving business environment.</a:t>
          </a:r>
        </a:p>
      </dgm:t>
    </dgm:pt>
    <dgm:pt modelId="{A982E2E9-D7B8-49DD-80D2-2E0AB8B26293}" type="parTrans" cxnId="{FA47EFFD-31E4-42C5-9EA7-F1FC3190EF44}">
      <dgm:prSet/>
      <dgm:spPr/>
      <dgm:t>
        <a:bodyPr/>
        <a:lstStyle/>
        <a:p>
          <a:endParaRPr lang="en-IN"/>
        </a:p>
      </dgm:t>
    </dgm:pt>
    <dgm:pt modelId="{0E918D57-207D-4243-B3E9-425AA52FF062}" type="sibTrans" cxnId="{FA47EFFD-31E4-42C5-9EA7-F1FC3190EF44}">
      <dgm:prSet/>
      <dgm:spPr/>
      <dgm:t>
        <a:bodyPr/>
        <a:lstStyle/>
        <a:p>
          <a:endParaRPr lang="en-IN"/>
        </a:p>
      </dgm:t>
    </dgm:pt>
    <dgm:pt modelId="{31FEE9F2-15DC-4B55-AF68-E5B48785B685}">
      <dgm:prSet custT="1"/>
      <dgm:spPr>
        <a:solidFill>
          <a:schemeClr val="tx2"/>
        </a:solidFill>
      </dgm:spPr>
      <dgm:t>
        <a:bodyPr/>
        <a:lstStyle/>
        <a:p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Fostering a Culture of Innovation: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Encouraging creativity and risk-taking within your organization to sustain long-term success.</a:t>
          </a:r>
        </a:p>
      </dgm:t>
    </dgm:pt>
    <dgm:pt modelId="{D0BEDF14-54F7-4CDF-871D-AAC773918B13}" type="parTrans" cxnId="{43EDA82F-AF85-4A46-A0C9-FE988BB23156}">
      <dgm:prSet/>
      <dgm:spPr/>
      <dgm:t>
        <a:bodyPr/>
        <a:lstStyle/>
        <a:p>
          <a:endParaRPr lang="en-IN"/>
        </a:p>
      </dgm:t>
    </dgm:pt>
    <dgm:pt modelId="{F7B3019D-A223-4A43-BDE0-52BC38D324AE}" type="sibTrans" cxnId="{43EDA82F-AF85-4A46-A0C9-FE988BB23156}">
      <dgm:prSet/>
      <dgm:spPr/>
      <dgm:t>
        <a:bodyPr/>
        <a:lstStyle/>
        <a:p>
          <a:endParaRPr lang="en-IN"/>
        </a:p>
      </dgm:t>
    </dgm:pt>
    <dgm:pt modelId="{A536EB68-0620-47AF-89D3-134E6AD8F0CE}" type="pres">
      <dgm:prSet presAssocID="{FD6E9E1B-D2F7-4CC2-9DA4-455DDC64884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C806FE7-9615-4670-AEEF-1024954EFDB8}" type="pres">
      <dgm:prSet presAssocID="{9F7F06EF-8E78-409A-83DA-1B992CD4AF46}" presName="parentText" presStyleLbl="node1" presStyleIdx="0" presStyleCnt="6" custLinFactNeighborX="-18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942F21-0464-4115-B772-AF8AB73145E3}" type="pres">
      <dgm:prSet presAssocID="{367804BD-8A06-4290-BFA7-B3C175BEC72E}" presName="spacer" presStyleCnt="0"/>
      <dgm:spPr/>
    </dgm:pt>
    <dgm:pt modelId="{9092E115-B6E1-4072-9319-2F85548A75BD}" type="pres">
      <dgm:prSet presAssocID="{15FBD8A9-BFB8-4732-9684-68798901A926}" presName="parentText" presStyleLbl="node1" presStyleIdx="1" presStyleCnt="6" custScaleX="89930" custLinFactNeighborX="-456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475F9C-AB88-4A8D-894A-E8E9421B9448}" type="pres">
      <dgm:prSet presAssocID="{D8A3D777-6D74-4860-8F39-CEA24F6AB4E3}" presName="spacer" presStyleCnt="0"/>
      <dgm:spPr/>
    </dgm:pt>
    <dgm:pt modelId="{3457D075-D4E6-45E3-8C44-E0024555D3A3}" type="pres">
      <dgm:prSet presAssocID="{F19491B4-E0F6-4604-81D6-57A959AFDDAD}" presName="parentText" presStyleLbl="node1" presStyleIdx="2" presStyleCnt="6" custScaleX="90164" custLinFactNeighborX="50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0D8B1F-7F73-4B29-BFC8-791C478DB734}" type="pres">
      <dgm:prSet presAssocID="{6591553A-8D3D-455D-B9D3-C9FF3DDE9F67}" presName="spacer" presStyleCnt="0"/>
      <dgm:spPr/>
    </dgm:pt>
    <dgm:pt modelId="{D1749452-9951-4151-9AEC-6B429E2C144B}" type="pres">
      <dgm:prSet presAssocID="{4A56EC45-4BC7-45F1-92B5-4E4D317B52B0}" presName="parentText" presStyleLbl="node1" presStyleIdx="3" presStyleCnt="6" custScaleX="91335" custLinFactNeighborX="-445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4633D2-23C8-4E6D-87CB-C5D9A5BDBE9D}" type="pres">
      <dgm:prSet presAssocID="{05CA8490-2B96-457E-AF3E-D530DF6CEEE8}" presName="spacer" presStyleCnt="0"/>
      <dgm:spPr/>
    </dgm:pt>
    <dgm:pt modelId="{D8C5E7E2-30C5-4185-A72D-A20F4DD9BB38}" type="pres">
      <dgm:prSet presAssocID="{DC94CE60-1D35-4BA8-96E2-141D3F3413B6}" presName="parentText" presStyleLbl="node1" presStyleIdx="4" presStyleCnt="6" custScaleX="91803" custLinFactNeighborX="3981" custLinFactNeighborY="-2654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194CCD-C6D8-4C50-96E0-B882593B0E45}" type="pres">
      <dgm:prSet presAssocID="{0E918D57-207D-4243-B3E9-425AA52FF062}" presName="spacer" presStyleCnt="0"/>
      <dgm:spPr/>
    </dgm:pt>
    <dgm:pt modelId="{C01A5415-044C-445A-A69B-ECF2B354BA68}" type="pres">
      <dgm:prSet presAssocID="{31FEE9F2-15DC-4B55-AF68-E5B48785B685}" presName="parentText" presStyleLbl="node1" presStyleIdx="5" presStyleCnt="6" custScaleX="92037" custLinFactNeighborX="-4309" custLinFactNeighborY="-5309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EDA82F-AF85-4A46-A0C9-FE988BB23156}" srcId="{FD6E9E1B-D2F7-4CC2-9DA4-455DDC648844}" destId="{31FEE9F2-15DC-4B55-AF68-E5B48785B685}" srcOrd="5" destOrd="0" parTransId="{D0BEDF14-54F7-4CDF-871D-AAC773918B13}" sibTransId="{F7B3019D-A223-4A43-BDE0-52BC38D324AE}"/>
    <dgm:cxn modelId="{FA47EFFD-31E4-42C5-9EA7-F1FC3190EF44}" srcId="{FD6E9E1B-D2F7-4CC2-9DA4-455DDC648844}" destId="{DC94CE60-1D35-4BA8-96E2-141D3F3413B6}" srcOrd="4" destOrd="0" parTransId="{A982E2E9-D7B8-49DD-80D2-2E0AB8B26293}" sibTransId="{0E918D57-207D-4243-B3E9-425AA52FF062}"/>
    <dgm:cxn modelId="{11EB3F16-129C-4123-B67D-37E3E608A670}" type="presOf" srcId="{9F7F06EF-8E78-409A-83DA-1B992CD4AF46}" destId="{4C806FE7-9615-4670-AEEF-1024954EFDB8}" srcOrd="0" destOrd="0" presId="urn:microsoft.com/office/officeart/2005/8/layout/vList2"/>
    <dgm:cxn modelId="{6EED7BCC-3CCC-4EC5-A936-44206E7BB5DF}" type="presOf" srcId="{4A56EC45-4BC7-45F1-92B5-4E4D317B52B0}" destId="{D1749452-9951-4151-9AEC-6B429E2C144B}" srcOrd="0" destOrd="0" presId="urn:microsoft.com/office/officeart/2005/8/layout/vList2"/>
    <dgm:cxn modelId="{110EE371-4734-44A9-8C99-FC60D89BEFD9}" srcId="{FD6E9E1B-D2F7-4CC2-9DA4-455DDC648844}" destId="{15FBD8A9-BFB8-4732-9684-68798901A926}" srcOrd="1" destOrd="0" parTransId="{CF1A4202-2807-4AC2-8A3A-81C12EA91E81}" sibTransId="{D8A3D777-6D74-4860-8F39-CEA24F6AB4E3}"/>
    <dgm:cxn modelId="{ADE800DF-A367-41E4-B4A1-45115F1AE909}" srcId="{FD6E9E1B-D2F7-4CC2-9DA4-455DDC648844}" destId="{F19491B4-E0F6-4604-81D6-57A959AFDDAD}" srcOrd="2" destOrd="0" parTransId="{BF2E2F48-3428-45BD-B5A1-C7A939DE4365}" sibTransId="{6591553A-8D3D-455D-B9D3-C9FF3DDE9F67}"/>
    <dgm:cxn modelId="{3A023070-61E1-4BE0-B37E-B33F4998E288}" type="presOf" srcId="{FD6E9E1B-D2F7-4CC2-9DA4-455DDC648844}" destId="{A536EB68-0620-47AF-89D3-134E6AD8F0CE}" srcOrd="0" destOrd="0" presId="urn:microsoft.com/office/officeart/2005/8/layout/vList2"/>
    <dgm:cxn modelId="{E3B3B9B8-E027-4F91-9BB3-7EFDAA9F23A3}" type="presOf" srcId="{31FEE9F2-15DC-4B55-AF68-E5B48785B685}" destId="{C01A5415-044C-445A-A69B-ECF2B354BA68}" srcOrd="0" destOrd="0" presId="urn:microsoft.com/office/officeart/2005/8/layout/vList2"/>
    <dgm:cxn modelId="{60AB5603-B6E2-4CDB-A6E0-BC6C989161E6}" type="presOf" srcId="{DC94CE60-1D35-4BA8-96E2-141D3F3413B6}" destId="{D8C5E7E2-30C5-4185-A72D-A20F4DD9BB38}" srcOrd="0" destOrd="0" presId="urn:microsoft.com/office/officeart/2005/8/layout/vList2"/>
    <dgm:cxn modelId="{CB3104B8-CA39-4578-83A7-2BAB17E687CB}" type="presOf" srcId="{F19491B4-E0F6-4604-81D6-57A959AFDDAD}" destId="{3457D075-D4E6-45E3-8C44-E0024555D3A3}" srcOrd="0" destOrd="0" presId="urn:microsoft.com/office/officeart/2005/8/layout/vList2"/>
    <dgm:cxn modelId="{3097826C-74C3-4BE1-825F-B7787F9D95D3}" type="presOf" srcId="{15FBD8A9-BFB8-4732-9684-68798901A926}" destId="{9092E115-B6E1-4072-9319-2F85548A75BD}" srcOrd="0" destOrd="0" presId="urn:microsoft.com/office/officeart/2005/8/layout/vList2"/>
    <dgm:cxn modelId="{695CD2D3-1FCF-414A-8E31-9405706CBAB9}" srcId="{FD6E9E1B-D2F7-4CC2-9DA4-455DDC648844}" destId="{9F7F06EF-8E78-409A-83DA-1B992CD4AF46}" srcOrd="0" destOrd="0" parTransId="{511BA1A0-8DDE-490E-ADBB-79571475A46C}" sibTransId="{367804BD-8A06-4290-BFA7-B3C175BEC72E}"/>
    <dgm:cxn modelId="{7B31A8AE-1116-416C-B665-FA1A3C6FB8CD}" srcId="{FD6E9E1B-D2F7-4CC2-9DA4-455DDC648844}" destId="{4A56EC45-4BC7-45F1-92B5-4E4D317B52B0}" srcOrd="3" destOrd="0" parTransId="{586FABC1-B2C8-4A0E-9C9F-B71ED9D6DFB6}" sibTransId="{05CA8490-2B96-457E-AF3E-D530DF6CEEE8}"/>
    <dgm:cxn modelId="{0F77E11C-8AD5-4171-B8AD-19366F92D0EA}" type="presParOf" srcId="{A536EB68-0620-47AF-89D3-134E6AD8F0CE}" destId="{4C806FE7-9615-4670-AEEF-1024954EFDB8}" srcOrd="0" destOrd="0" presId="urn:microsoft.com/office/officeart/2005/8/layout/vList2"/>
    <dgm:cxn modelId="{25936519-636E-4C53-96C7-58DC436D0810}" type="presParOf" srcId="{A536EB68-0620-47AF-89D3-134E6AD8F0CE}" destId="{37942F21-0464-4115-B772-AF8AB73145E3}" srcOrd="1" destOrd="0" presId="urn:microsoft.com/office/officeart/2005/8/layout/vList2"/>
    <dgm:cxn modelId="{D5A3946D-D15B-4547-99C9-648326E59175}" type="presParOf" srcId="{A536EB68-0620-47AF-89D3-134E6AD8F0CE}" destId="{9092E115-B6E1-4072-9319-2F85548A75BD}" srcOrd="2" destOrd="0" presId="urn:microsoft.com/office/officeart/2005/8/layout/vList2"/>
    <dgm:cxn modelId="{B3FCD4B0-5A2C-4961-8274-BA3349FC7731}" type="presParOf" srcId="{A536EB68-0620-47AF-89D3-134E6AD8F0CE}" destId="{CC475F9C-AB88-4A8D-894A-E8E9421B9448}" srcOrd="3" destOrd="0" presId="urn:microsoft.com/office/officeart/2005/8/layout/vList2"/>
    <dgm:cxn modelId="{50B0E485-D862-47BD-B5DE-13522F1EFC85}" type="presParOf" srcId="{A536EB68-0620-47AF-89D3-134E6AD8F0CE}" destId="{3457D075-D4E6-45E3-8C44-E0024555D3A3}" srcOrd="4" destOrd="0" presId="urn:microsoft.com/office/officeart/2005/8/layout/vList2"/>
    <dgm:cxn modelId="{14F2F175-6112-44C6-9A27-FE52A42282E4}" type="presParOf" srcId="{A536EB68-0620-47AF-89D3-134E6AD8F0CE}" destId="{A90D8B1F-7F73-4B29-BFC8-791C478DB734}" srcOrd="5" destOrd="0" presId="urn:microsoft.com/office/officeart/2005/8/layout/vList2"/>
    <dgm:cxn modelId="{230DC037-669E-4B80-82F7-791CB4903797}" type="presParOf" srcId="{A536EB68-0620-47AF-89D3-134E6AD8F0CE}" destId="{D1749452-9951-4151-9AEC-6B429E2C144B}" srcOrd="6" destOrd="0" presId="urn:microsoft.com/office/officeart/2005/8/layout/vList2"/>
    <dgm:cxn modelId="{88C25C39-AE41-4167-BE5C-9B00C5F07ECA}" type="presParOf" srcId="{A536EB68-0620-47AF-89D3-134E6AD8F0CE}" destId="{F04633D2-23C8-4E6D-87CB-C5D9A5BDBE9D}" srcOrd="7" destOrd="0" presId="urn:microsoft.com/office/officeart/2005/8/layout/vList2"/>
    <dgm:cxn modelId="{0AF26659-C79A-47D8-BFE2-3FEA6AFB181E}" type="presParOf" srcId="{A536EB68-0620-47AF-89D3-134E6AD8F0CE}" destId="{D8C5E7E2-30C5-4185-A72D-A20F4DD9BB38}" srcOrd="8" destOrd="0" presId="urn:microsoft.com/office/officeart/2005/8/layout/vList2"/>
    <dgm:cxn modelId="{9EEDDCDF-28EA-4C93-9EBC-3BBE55655054}" type="presParOf" srcId="{A536EB68-0620-47AF-89D3-134E6AD8F0CE}" destId="{0E194CCD-C6D8-4C50-96E0-B882593B0E45}" srcOrd="9" destOrd="0" presId="urn:microsoft.com/office/officeart/2005/8/layout/vList2"/>
    <dgm:cxn modelId="{2A82F57F-5AAF-4849-9E44-53585918E23E}" type="presParOf" srcId="{A536EB68-0620-47AF-89D3-134E6AD8F0CE}" destId="{C01A5415-044C-445A-A69B-ECF2B354BA6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F64587C-41FF-4666-9274-06AABB058EF9}" type="doc">
      <dgm:prSet loTypeId="urn:microsoft.com/office/officeart/2005/8/layout/venn1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4DC171CD-7F05-476D-8DC5-4818F45E0C67}">
      <dgm:prSet/>
      <dgm:spPr/>
      <dgm:t>
        <a:bodyPr/>
        <a:lstStyle/>
        <a:p>
          <a:pPr algn="ctr"/>
          <a:r>
            <a:rPr lang="en-IN" b="1" dirty="0">
              <a:solidFill>
                <a:srgbClr val="FF0000"/>
              </a:solidFill>
            </a:rPr>
            <a:t>TIPS FOR BECOMING AN INNOVATIVE ENTREPRENEUR</a:t>
          </a:r>
        </a:p>
      </dgm:t>
    </dgm:pt>
    <dgm:pt modelId="{A1DE4646-BF82-4774-A0F5-EEDC288AB137}" type="parTrans" cxnId="{57064DC8-D9EA-4B70-A5E5-A6CD1AC68A9D}">
      <dgm:prSet/>
      <dgm:spPr/>
      <dgm:t>
        <a:bodyPr/>
        <a:lstStyle/>
        <a:p>
          <a:endParaRPr lang="en-IN"/>
        </a:p>
      </dgm:t>
    </dgm:pt>
    <dgm:pt modelId="{A6848A5F-0BE6-4D38-9BC9-FC77A1B8AD36}" type="sibTrans" cxnId="{57064DC8-D9EA-4B70-A5E5-A6CD1AC68A9D}">
      <dgm:prSet/>
      <dgm:spPr/>
      <dgm:t>
        <a:bodyPr/>
        <a:lstStyle/>
        <a:p>
          <a:endParaRPr lang="en-IN"/>
        </a:p>
      </dgm:t>
    </dgm:pt>
    <dgm:pt modelId="{CA3C810B-F03D-4F9A-875C-952B75FE6F3E}">
      <dgm:prSet/>
      <dgm:spPr/>
      <dgm:t>
        <a:bodyPr/>
        <a:lstStyle/>
        <a:p>
          <a:pPr algn="ctr"/>
          <a:r>
            <a:rPr lang="en-IN"/>
            <a:t>Develop a financial plan</a:t>
          </a:r>
        </a:p>
      </dgm:t>
    </dgm:pt>
    <dgm:pt modelId="{26EB8300-162E-45D4-A58A-BE50F1B56DFF}" type="parTrans" cxnId="{6A4C0E36-4E28-47F8-AA9F-D73F20064380}">
      <dgm:prSet/>
      <dgm:spPr/>
      <dgm:t>
        <a:bodyPr/>
        <a:lstStyle/>
        <a:p>
          <a:endParaRPr lang="en-IN"/>
        </a:p>
      </dgm:t>
    </dgm:pt>
    <dgm:pt modelId="{91821179-1E0C-4257-8F34-EE327367213E}" type="sibTrans" cxnId="{6A4C0E36-4E28-47F8-AA9F-D73F20064380}">
      <dgm:prSet/>
      <dgm:spPr/>
      <dgm:t>
        <a:bodyPr/>
        <a:lstStyle/>
        <a:p>
          <a:endParaRPr lang="en-IN"/>
        </a:p>
      </dgm:t>
    </dgm:pt>
    <dgm:pt modelId="{6444C776-4877-42A1-9BF3-CAE614CDE59A}">
      <dgm:prSet/>
      <dgm:spPr/>
      <dgm:t>
        <a:bodyPr/>
        <a:lstStyle/>
        <a:p>
          <a:pPr algn="ctr"/>
          <a:r>
            <a:rPr lang="en-IN"/>
            <a:t>Accept constructive feedback</a:t>
          </a:r>
        </a:p>
      </dgm:t>
    </dgm:pt>
    <dgm:pt modelId="{6B8FAD4D-59E6-4E30-81EC-1CA1015A98A5}" type="parTrans" cxnId="{59F40B56-8257-491B-BD69-816514440EA9}">
      <dgm:prSet/>
      <dgm:spPr/>
      <dgm:t>
        <a:bodyPr/>
        <a:lstStyle/>
        <a:p>
          <a:endParaRPr lang="en-IN"/>
        </a:p>
      </dgm:t>
    </dgm:pt>
    <dgm:pt modelId="{34CAA604-7A0C-4713-ACCB-82BC459AF9F3}" type="sibTrans" cxnId="{59F40B56-8257-491B-BD69-816514440EA9}">
      <dgm:prSet/>
      <dgm:spPr/>
      <dgm:t>
        <a:bodyPr/>
        <a:lstStyle/>
        <a:p>
          <a:endParaRPr lang="en-IN"/>
        </a:p>
      </dgm:t>
    </dgm:pt>
    <dgm:pt modelId="{DA3BEA24-100F-49CF-9BF8-8D2150616A3C}">
      <dgm:prSet/>
      <dgm:spPr/>
      <dgm:t>
        <a:bodyPr/>
        <a:lstStyle/>
        <a:p>
          <a:pPr algn="ctr"/>
          <a:r>
            <a:rPr lang="en-IN"/>
            <a:t>Develop patience</a:t>
          </a:r>
        </a:p>
      </dgm:t>
    </dgm:pt>
    <dgm:pt modelId="{E64E8C2A-13A6-480E-A593-EF1DD4EFE245}" type="parTrans" cxnId="{DC1C9A16-D05C-49EB-86FA-FD7D1E46928D}">
      <dgm:prSet/>
      <dgm:spPr/>
      <dgm:t>
        <a:bodyPr/>
        <a:lstStyle/>
        <a:p>
          <a:endParaRPr lang="en-IN"/>
        </a:p>
      </dgm:t>
    </dgm:pt>
    <dgm:pt modelId="{0FCB8FF3-90B3-4247-99DA-E1D155AB47CA}" type="sibTrans" cxnId="{DC1C9A16-D05C-49EB-86FA-FD7D1E46928D}">
      <dgm:prSet/>
      <dgm:spPr/>
      <dgm:t>
        <a:bodyPr/>
        <a:lstStyle/>
        <a:p>
          <a:endParaRPr lang="en-IN"/>
        </a:p>
      </dgm:t>
    </dgm:pt>
    <dgm:pt modelId="{91895F40-AFC0-48E7-8980-6351CBC2DE51}">
      <dgm:prSet/>
      <dgm:spPr/>
      <dgm:t>
        <a:bodyPr/>
        <a:lstStyle/>
        <a:p>
          <a:pPr algn="ctr"/>
          <a:r>
            <a:rPr lang="en-IN"/>
            <a:t>Promote your brand</a:t>
          </a:r>
        </a:p>
      </dgm:t>
    </dgm:pt>
    <dgm:pt modelId="{D8D57341-1BCC-4132-8E59-7A0248BE0387}" type="parTrans" cxnId="{0F6DFDAD-C94D-44B1-AB37-DC9A0B94E1EF}">
      <dgm:prSet/>
      <dgm:spPr/>
      <dgm:t>
        <a:bodyPr/>
        <a:lstStyle/>
        <a:p>
          <a:endParaRPr lang="en-IN"/>
        </a:p>
      </dgm:t>
    </dgm:pt>
    <dgm:pt modelId="{E923E7C7-CBED-44A5-A71D-A3772AC83C1C}" type="sibTrans" cxnId="{0F6DFDAD-C94D-44B1-AB37-DC9A0B94E1EF}">
      <dgm:prSet/>
      <dgm:spPr/>
      <dgm:t>
        <a:bodyPr/>
        <a:lstStyle/>
        <a:p>
          <a:endParaRPr lang="en-IN"/>
        </a:p>
      </dgm:t>
    </dgm:pt>
    <dgm:pt modelId="{2FE6682B-6B8B-4037-9268-49BA3AE2FE32}">
      <dgm:prSet/>
      <dgm:spPr/>
      <dgm:t>
        <a:bodyPr/>
        <a:lstStyle/>
        <a:p>
          <a:pPr algn="ctr"/>
          <a:r>
            <a:rPr lang="en-IN"/>
            <a:t>Cultivate a Growth Mindset</a:t>
          </a:r>
        </a:p>
      </dgm:t>
    </dgm:pt>
    <dgm:pt modelId="{26D271AA-E1B2-4AE3-B4C2-743D5E12B1C9}" type="parTrans" cxnId="{C12EBB71-0513-4F55-88A7-4C52CBA260FB}">
      <dgm:prSet/>
      <dgm:spPr/>
      <dgm:t>
        <a:bodyPr/>
        <a:lstStyle/>
        <a:p>
          <a:endParaRPr lang="en-IN"/>
        </a:p>
      </dgm:t>
    </dgm:pt>
    <dgm:pt modelId="{BC7E027D-446A-4B01-A187-01621C349D9C}" type="sibTrans" cxnId="{C12EBB71-0513-4F55-88A7-4C52CBA260FB}">
      <dgm:prSet/>
      <dgm:spPr/>
      <dgm:t>
        <a:bodyPr/>
        <a:lstStyle/>
        <a:p>
          <a:endParaRPr lang="en-IN"/>
        </a:p>
      </dgm:t>
    </dgm:pt>
    <dgm:pt modelId="{D7093C8D-403B-4CA5-8524-D8AF5EC5D992}">
      <dgm:prSet/>
      <dgm:spPr/>
      <dgm:t>
        <a:bodyPr/>
        <a:lstStyle/>
        <a:p>
          <a:pPr algn="ctr"/>
          <a:r>
            <a:rPr lang="en-IN"/>
            <a:t>Build a Strong Network</a:t>
          </a:r>
        </a:p>
      </dgm:t>
    </dgm:pt>
    <dgm:pt modelId="{771AEBEB-D0A8-49AE-AF60-55A8E2539A7E}" type="parTrans" cxnId="{072EBB67-3BC6-4A66-A5AB-C00D4F6469E1}">
      <dgm:prSet/>
      <dgm:spPr/>
      <dgm:t>
        <a:bodyPr/>
        <a:lstStyle/>
        <a:p>
          <a:endParaRPr lang="en-IN"/>
        </a:p>
      </dgm:t>
    </dgm:pt>
    <dgm:pt modelId="{D3BEDFB3-97B1-4D93-BC23-ECE984435F76}" type="sibTrans" cxnId="{072EBB67-3BC6-4A66-A5AB-C00D4F6469E1}">
      <dgm:prSet/>
      <dgm:spPr/>
      <dgm:t>
        <a:bodyPr/>
        <a:lstStyle/>
        <a:p>
          <a:endParaRPr lang="en-IN"/>
        </a:p>
      </dgm:t>
    </dgm:pt>
    <dgm:pt modelId="{A20343DA-2003-4EB2-A527-A046C76212FA}">
      <dgm:prSet/>
      <dgm:spPr/>
      <dgm:t>
        <a:bodyPr/>
        <a:lstStyle/>
        <a:p>
          <a:endParaRPr lang="en-US"/>
        </a:p>
      </dgm:t>
    </dgm:pt>
    <dgm:pt modelId="{DB0EEECE-5ED4-496E-A2F0-5B2ED990E377}" type="parTrans" cxnId="{97F81787-97EF-4E14-8081-CE8EB6211CB8}">
      <dgm:prSet/>
      <dgm:spPr/>
      <dgm:t>
        <a:bodyPr/>
        <a:lstStyle/>
        <a:p>
          <a:endParaRPr lang="en-IN"/>
        </a:p>
      </dgm:t>
    </dgm:pt>
    <dgm:pt modelId="{EF5731C6-B72E-4DA9-856E-0FB62E131686}" type="sibTrans" cxnId="{97F81787-97EF-4E14-8081-CE8EB6211CB8}">
      <dgm:prSet/>
      <dgm:spPr/>
      <dgm:t>
        <a:bodyPr/>
        <a:lstStyle/>
        <a:p>
          <a:endParaRPr lang="en-IN"/>
        </a:p>
      </dgm:t>
    </dgm:pt>
    <dgm:pt modelId="{93F2E275-4C8E-4C99-97FD-4653FB9816F8}" type="pres">
      <dgm:prSet presAssocID="{CF64587C-41FF-4666-9274-06AABB058EF9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14C29E-E6F4-4B5E-96EC-E3FFB4F011D0}" type="pres">
      <dgm:prSet presAssocID="{4DC171CD-7F05-476D-8DC5-4818F45E0C67}" presName="circ1" presStyleLbl="vennNode1" presStyleIdx="0" presStyleCnt="7"/>
      <dgm:spPr/>
    </dgm:pt>
    <dgm:pt modelId="{66AFB521-5526-49F7-B251-1BB6315C875B}" type="pres">
      <dgm:prSet presAssocID="{4DC171CD-7F05-476D-8DC5-4818F45E0C67}" presName="circ1Tx" presStyleLbl="revTx" presStyleIdx="0" presStyleCnt="0" custScaleX="31171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67EF41-8ED9-4F01-894D-963DB851A4E7}" type="pres">
      <dgm:prSet presAssocID="{CA3C810B-F03D-4F9A-875C-952B75FE6F3E}" presName="circ2" presStyleLbl="vennNode1" presStyleIdx="1" presStyleCnt="7"/>
      <dgm:spPr/>
    </dgm:pt>
    <dgm:pt modelId="{329CA9B0-017D-47B9-BF12-0C7FA0ECC0F9}" type="pres">
      <dgm:prSet presAssocID="{CA3C810B-F03D-4F9A-875C-952B75FE6F3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9ABFEC-1086-4552-AEE0-7D04366EF30E}" type="pres">
      <dgm:prSet presAssocID="{6444C776-4877-42A1-9BF3-CAE614CDE59A}" presName="circ3" presStyleLbl="vennNode1" presStyleIdx="2" presStyleCnt="7"/>
      <dgm:spPr/>
    </dgm:pt>
    <dgm:pt modelId="{39AB57E7-5296-4F6A-B9D8-70FE2C10C160}" type="pres">
      <dgm:prSet presAssocID="{6444C776-4877-42A1-9BF3-CAE614CDE59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EDB315-B897-4A89-BF19-258F95A053B4}" type="pres">
      <dgm:prSet presAssocID="{DA3BEA24-100F-49CF-9BF8-8D2150616A3C}" presName="circ4" presStyleLbl="vennNode1" presStyleIdx="3" presStyleCnt="7"/>
      <dgm:spPr/>
    </dgm:pt>
    <dgm:pt modelId="{487790E7-6927-4917-971B-FC32FC39C978}" type="pres">
      <dgm:prSet presAssocID="{DA3BEA24-100F-49CF-9BF8-8D2150616A3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201867-AEA4-426B-90AF-E16449FCD9A6}" type="pres">
      <dgm:prSet presAssocID="{91895F40-AFC0-48E7-8980-6351CBC2DE51}" presName="circ5" presStyleLbl="vennNode1" presStyleIdx="4" presStyleCnt="7"/>
      <dgm:spPr/>
    </dgm:pt>
    <dgm:pt modelId="{40E0CF12-E3D6-4E40-AB7E-7D1E66D0761D}" type="pres">
      <dgm:prSet presAssocID="{91895F40-AFC0-48E7-8980-6351CBC2DE51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E4CB6D-4387-4A6C-BF48-5FF8CF8ACDE7}" type="pres">
      <dgm:prSet presAssocID="{2FE6682B-6B8B-4037-9268-49BA3AE2FE32}" presName="circ6" presStyleLbl="vennNode1" presStyleIdx="5" presStyleCnt="7"/>
      <dgm:spPr/>
    </dgm:pt>
    <dgm:pt modelId="{7F714F90-3110-4330-9336-9F0A736E0B26}" type="pres">
      <dgm:prSet presAssocID="{2FE6682B-6B8B-4037-9268-49BA3AE2FE32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1E5C75-2C33-4522-946E-65AB47B10325}" type="pres">
      <dgm:prSet presAssocID="{D7093C8D-403B-4CA5-8524-D8AF5EC5D992}" presName="circ7" presStyleLbl="vennNode1" presStyleIdx="6" presStyleCnt="7"/>
      <dgm:spPr/>
    </dgm:pt>
    <dgm:pt modelId="{CCDAF5E9-BB94-464C-AD86-5446D592E8FC}" type="pres">
      <dgm:prSet presAssocID="{D7093C8D-403B-4CA5-8524-D8AF5EC5D992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1C9A16-D05C-49EB-86FA-FD7D1E46928D}" srcId="{CF64587C-41FF-4666-9274-06AABB058EF9}" destId="{DA3BEA24-100F-49CF-9BF8-8D2150616A3C}" srcOrd="3" destOrd="0" parTransId="{E64E8C2A-13A6-480E-A593-EF1DD4EFE245}" sibTransId="{0FCB8FF3-90B3-4247-99DA-E1D155AB47CA}"/>
    <dgm:cxn modelId="{C12EBB71-0513-4F55-88A7-4C52CBA260FB}" srcId="{CF64587C-41FF-4666-9274-06AABB058EF9}" destId="{2FE6682B-6B8B-4037-9268-49BA3AE2FE32}" srcOrd="5" destOrd="0" parTransId="{26D271AA-E1B2-4AE3-B4C2-743D5E12B1C9}" sibTransId="{BC7E027D-446A-4B01-A187-01621C349D9C}"/>
    <dgm:cxn modelId="{B223E5C9-D9C4-4822-A3AA-A6C8E2F08F3F}" type="presOf" srcId="{4DC171CD-7F05-476D-8DC5-4818F45E0C67}" destId="{66AFB521-5526-49F7-B251-1BB6315C875B}" srcOrd="0" destOrd="0" presId="urn:microsoft.com/office/officeart/2005/8/layout/venn1"/>
    <dgm:cxn modelId="{0A86B26D-EE61-4566-9428-DB922719E34E}" type="presOf" srcId="{D7093C8D-403B-4CA5-8524-D8AF5EC5D992}" destId="{CCDAF5E9-BB94-464C-AD86-5446D592E8FC}" srcOrd="0" destOrd="0" presId="urn:microsoft.com/office/officeart/2005/8/layout/venn1"/>
    <dgm:cxn modelId="{8E763CA5-6402-44AE-8334-43DCD5881124}" type="presOf" srcId="{2FE6682B-6B8B-4037-9268-49BA3AE2FE32}" destId="{7F714F90-3110-4330-9336-9F0A736E0B26}" srcOrd="0" destOrd="0" presId="urn:microsoft.com/office/officeart/2005/8/layout/venn1"/>
    <dgm:cxn modelId="{5D3B9373-D3BB-4371-B3E5-50EB1E1437B3}" type="presOf" srcId="{91895F40-AFC0-48E7-8980-6351CBC2DE51}" destId="{40E0CF12-E3D6-4E40-AB7E-7D1E66D0761D}" srcOrd="0" destOrd="0" presId="urn:microsoft.com/office/officeart/2005/8/layout/venn1"/>
    <dgm:cxn modelId="{072EBB67-3BC6-4A66-A5AB-C00D4F6469E1}" srcId="{CF64587C-41FF-4666-9274-06AABB058EF9}" destId="{D7093C8D-403B-4CA5-8524-D8AF5EC5D992}" srcOrd="6" destOrd="0" parTransId="{771AEBEB-D0A8-49AE-AF60-55A8E2539A7E}" sibTransId="{D3BEDFB3-97B1-4D93-BC23-ECE984435F76}"/>
    <dgm:cxn modelId="{57064DC8-D9EA-4B70-A5E5-A6CD1AC68A9D}" srcId="{CF64587C-41FF-4666-9274-06AABB058EF9}" destId="{4DC171CD-7F05-476D-8DC5-4818F45E0C67}" srcOrd="0" destOrd="0" parTransId="{A1DE4646-BF82-4774-A0F5-EEDC288AB137}" sibTransId="{A6848A5F-0BE6-4D38-9BC9-FC77A1B8AD36}"/>
    <dgm:cxn modelId="{75A5C385-5FEB-4272-BFD1-A91FAC37C271}" type="presOf" srcId="{6444C776-4877-42A1-9BF3-CAE614CDE59A}" destId="{39AB57E7-5296-4F6A-B9D8-70FE2C10C160}" srcOrd="0" destOrd="0" presId="urn:microsoft.com/office/officeart/2005/8/layout/venn1"/>
    <dgm:cxn modelId="{0F092184-F19A-4C7E-A52B-D355E030D8AD}" type="presOf" srcId="{CF64587C-41FF-4666-9274-06AABB058EF9}" destId="{93F2E275-4C8E-4C99-97FD-4653FB9816F8}" srcOrd="0" destOrd="0" presId="urn:microsoft.com/office/officeart/2005/8/layout/venn1"/>
    <dgm:cxn modelId="{F9B17B59-F935-4421-B534-BE98ECCBFA3A}" type="presOf" srcId="{DA3BEA24-100F-49CF-9BF8-8D2150616A3C}" destId="{487790E7-6927-4917-971B-FC32FC39C978}" srcOrd="0" destOrd="0" presId="urn:microsoft.com/office/officeart/2005/8/layout/venn1"/>
    <dgm:cxn modelId="{59F40B56-8257-491B-BD69-816514440EA9}" srcId="{CF64587C-41FF-4666-9274-06AABB058EF9}" destId="{6444C776-4877-42A1-9BF3-CAE614CDE59A}" srcOrd="2" destOrd="0" parTransId="{6B8FAD4D-59E6-4E30-81EC-1CA1015A98A5}" sibTransId="{34CAA604-7A0C-4713-ACCB-82BC459AF9F3}"/>
    <dgm:cxn modelId="{0F6DFDAD-C94D-44B1-AB37-DC9A0B94E1EF}" srcId="{CF64587C-41FF-4666-9274-06AABB058EF9}" destId="{91895F40-AFC0-48E7-8980-6351CBC2DE51}" srcOrd="4" destOrd="0" parTransId="{D8D57341-1BCC-4132-8E59-7A0248BE0387}" sibTransId="{E923E7C7-CBED-44A5-A71D-A3772AC83C1C}"/>
    <dgm:cxn modelId="{C7777BCA-1645-42C9-B033-5A12E2D14D47}" type="presOf" srcId="{CA3C810B-F03D-4F9A-875C-952B75FE6F3E}" destId="{329CA9B0-017D-47B9-BF12-0C7FA0ECC0F9}" srcOrd="0" destOrd="0" presId="urn:microsoft.com/office/officeart/2005/8/layout/venn1"/>
    <dgm:cxn modelId="{97F81787-97EF-4E14-8081-CE8EB6211CB8}" srcId="{CF64587C-41FF-4666-9274-06AABB058EF9}" destId="{A20343DA-2003-4EB2-A527-A046C76212FA}" srcOrd="7" destOrd="0" parTransId="{DB0EEECE-5ED4-496E-A2F0-5B2ED990E377}" sibTransId="{EF5731C6-B72E-4DA9-856E-0FB62E131686}"/>
    <dgm:cxn modelId="{6A4C0E36-4E28-47F8-AA9F-D73F20064380}" srcId="{CF64587C-41FF-4666-9274-06AABB058EF9}" destId="{CA3C810B-F03D-4F9A-875C-952B75FE6F3E}" srcOrd="1" destOrd="0" parTransId="{26EB8300-162E-45D4-A58A-BE50F1B56DFF}" sibTransId="{91821179-1E0C-4257-8F34-EE327367213E}"/>
    <dgm:cxn modelId="{5600AFC7-A82F-4D50-A788-05C62D669CD9}" type="presParOf" srcId="{93F2E275-4C8E-4C99-97FD-4653FB9816F8}" destId="{9914C29E-E6F4-4B5E-96EC-E3FFB4F011D0}" srcOrd="0" destOrd="0" presId="urn:microsoft.com/office/officeart/2005/8/layout/venn1"/>
    <dgm:cxn modelId="{8BB544C7-8B35-41E3-A7B6-72730D7C7CA8}" type="presParOf" srcId="{93F2E275-4C8E-4C99-97FD-4653FB9816F8}" destId="{66AFB521-5526-49F7-B251-1BB6315C875B}" srcOrd="1" destOrd="0" presId="urn:microsoft.com/office/officeart/2005/8/layout/venn1"/>
    <dgm:cxn modelId="{377322C6-9DC9-4CA7-B7DF-1A5BE98412ED}" type="presParOf" srcId="{93F2E275-4C8E-4C99-97FD-4653FB9816F8}" destId="{1D67EF41-8ED9-4F01-894D-963DB851A4E7}" srcOrd="2" destOrd="0" presId="urn:microsoft.com/office/officeart/2005/8/layout/venn1"/>
    <dgm:cxn modelId="{0273A006-E2D6-4311-AC8C-0EA85C540D22}" type="presParOf" srcId="{93F2E275-4C8E-4C99-97FD-4653FB9816F8}" destId="{329CA9B0-017D-47B9-BF12-0C7FA0ECC0F9}" srcOrd="3" destOrd="0" presId="urn:microsoft.com/office/officeart/2005/8/layout/venn1"/>
    <dgm:cxn modelId="{14C1CCD5-22A4-4650-A345-61C9A33A1266}" type="presParOf" srcId="{93F2E275-4C8E-4C99-97FD-4653FB9816F8}" destId="{399ABFEC-1086-4552-AEE0-7D04366EF30E}" srcOrd="4" destOrd="0" presId="urn:microsoft.com/office/officeart/2005/8/layout/venn1"/>
    <dgm:cxn modelId="{08B402A5-289C-444F-82EC-536BD54F7AB2}" type="presParOf" srcId="{93F2E275-4C8E-4C99-97FD-4653FB9816F8}" destId="{39AB57E7-5296-4F6A-B9D8-70FE2C10C160}" srcOrd="5" destOrd="0" presId="urn:microsoft.com/office/officeart/2005/8/layout/venn1"/>
    <dgm:cxn modelId="{FF5865CD-05F8-4EFB-97FC-D1540F9844B5}" type="presParOf" srcId="{93F2E275-4C8E-4C99-97FD-4653FB9816F8}" destId="{A7EDB315-B897-4A89-BF19-258F95A053B4}" srcOrd="6" destOrd="0" presId="urn:microsoft.com/office/officeart/2005/8/layout/venn1"/>
    <dgm:cxn modelId="{0770EDE6-4270-4E26-86E5-50307C3F59A1}" type="presParOf" srcId="{93F2E275-4C8E-4C99-97FD-4653FB9816F8}" destId="{487790E7-6927-4917-971B-FC32FC39C978}" srcOrd="7" destOrd="0" presId="urn:microsoft.com/office/officeart/2005/8/layout/venn1"/>
    <dgm:cxn modelId="{3EC247F5-F684-4A28-ABFD-BB3BE5EE8355}" type="presParOf" srcId="{93F2E275-4C8E-4C99-97FD-4653FB9816F8}" destId="{09201867-AEA4-426B-90AF-E16449FCD9A6}" srcOrd="8" destOrd="0" presId="urn:microsoft.com/office/officeart/2005/8/layout/venn1"/>
    <dgm:cxn modelId="{3158E3AC-BAB2-4BA2-B91E-A5DCA47FFD46}" type="presParOf" srcId="{93F2E275-4C8E-4C99-97FD-4653FB9816F8}" destId="{40E0CF12-E3D6-4E40-AB7E-7D1E66D0761D}" srcOrd="9" destOrd="0" presId="urn:microsoft.com/office/officeart/2005/8/layout/venn1"/>
    <dgm:cxn modelId="{C555F54F-AF85-442D-84F0-F8D278068F6C}" type="presParOf" srcId="{93F2E275-4C8E-4C99-97FD-4653FB9816F8}" destId="{99E4CB6D-4387-4A6C-BF48-5FF8CF8ACDE7}" srcOrd="10" destOrd="0" presId="urn:microsoft.com/office/officeart/2005/8/layout/venn1"/>
    <dgm:cxn modelId="{E13B75F9-6A57-49DB-A445-154A16C9EB95}" type="presParOf" srcId="{93F2E275-4C8E-4C99-97FD-4653FB9816F8}" destId="{7F714F90-3110-4330-9336-9F0A736E0B26}" srcOrd="11" destOrd="0" presId="urn:microsoft.com/office/officeart/2005/8/layout/venn1"/>
    <dgm:cxn modelId="{93A7B1DE-96C8-4EE4-9B6D-A39CBA62883B}" type="presParOf" srcId="{93F2E275-4C8E-4C99-97FD-4653FB9816F8}" destId="{B71E5C75-2C33-4522-946E-65AB47B10325}" srcOrd="12" destOrd="0" presId="urn:microsoft.com/office/officeart/2005/8/layout/venn1"/>
    <dgm:cxn modelId="{789DAEFC-2D11-4AA5-93DD-C8187693AB73}" type="presParOf" srcId="{93F2E275-4C8E-4C99-97FD-4653FB9816F8}" destId="{CCDAF5E9-BB94-464C-AD86-5446D592E8FC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A66E155-4208-4578-A466-923F06EC82C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ABA4D54-790F-457F-8BFC-DB146DC2AC30}">
      <dgm:prSet/>
      <dgm:spPr/>
      <dgm:t>
        <a:bodyPr/>
        <a:lstStyle/>
        <a:p>
          <a:r>
            <a:rPr lang="en-IN" b="1"/>
            <a:t>Tangible Benefits</a:t>
          </a:r>
          <a:endParaRPr lang="en-IN"/>
        </a:p>
      </dgm:t>
    </dgm:pt>
    <dgm:pt modelId="{952A19D1-C6A8-4FEE-8B45-842D87A45765}" type="parTrans" cxnId="{07AE2D1F-8918-42F6-996D-CC768FBEE953}">
      <dgm:prSet/>
      <dgm:spPr/>
      <dgm:t>
        <a:bodyPr/>
        <a:lstStyle/>
        <a:p>
          <a:endParaRPr lang="en-IN"/>
        </a:p>
      </dgm:t>
    </dgm:pt>
    <dgm:pt modelId="{0BD76C8A-6810-4977-81AF-D3025779BDBD}" type="sibTrans" cxnId="{07AE2D1F-8918-42F6-996D-CC768FBEE953}">
      <dgm:prSet/>
      <dgm:spPr/>
      <dgm:t>
        <a:bodyPr/>
        <a:lstStyle/>
        <a:p>
          <a:endParaRPr lang="en-IN"/>
        </a:p>
      </dgm:t>
    </dgm:pt>
    <dgm:pt modelId="{13009A5E-0671-45D0-B492-3FFBAD236C3A}">
      <dgm:prSet custT="1"/>
      <dgm:spPr/>
      <dgm:t>
        <a:bodyPr/>
        <a:lstStyle/>
        <a:p>
          <a:r>
            <a:rPr lang="en-IN" sz="1800" dirty="0"/>
            <a:t>Cost Savings - A software tool that automates processes might reduce labour costs by 20%.</a:t>
          </a:r>
        </a:p>
      </dgm:t>
    </dgm:pt>
    <dgm:pt modelId="{C528A093-C429-417B-990E-0D261C0DA67C}" type="parTrans" cxnId="{9489F51A-5C28-4837-AC3E-A075B9406048}">
      <dgm:prSet/>
      <dgm:spPr/>
      <dgm:t>
        <a:bodyPr/>
        <a:lstStyle/>
        <a:p>
          <a:endParaRPr lang="en-IN"/>
        </a:p>
      </dgm:t>
    </dgm:pt>
    <dgm:pt modelId="{84C79A52-631C-48C0-9C67-EF94F9377816}" type="sibTrans" cxnId="{9489F51A-5C28-4837-AC3E-A075B9406048}">
      <dgm:prSet/>
      <dgm:spPr/>
      <dgm:t>
        <a:bodyPr/>
        <a:lstStyle/>
        <a:p>
          <a:endParaRPr lang="en-IN"/>
        </a:p>
      </dgm:t>
    </dgm:pt>
    <dgm:pt modelId="{139CBFC8-AEFB-482F-AEEA-9C7DFE23962D}">
      <dgm:prSet custT="1"/>
      <dgm:spPr/>
      <dgm:t>
        <a:bodyPr/>
        <a:lstStyle/>
        <a:p>
          <a:r>
            <a:rPr lang="en-IN" sz="1800" dirty="0"/>
            <a:t>Time Savings - A mobile banking app that allows customers to complete transactions immediately  </a:t>
          </a:r>
        </a:p>
      </dgm:t>
    </dgm:pt>
    <dgm:pt modelId="{8900ABC5-5339-44AD-8DCC-405B143C5E62}" type="parTrans" cxnId="{BFC73DAD-F062-467E-A498-9D0A1E90C0F3}">
      <dgm:prSet/>
      <dgm:spPr/>
      <dgm:t>
        <a:bodyPr/>
        <a:lstStyle/>
        <a:p>
          <a:endParaRPr lang="en-IN"/>
        </a:p>
      </dgm:t>
    </dgm:pt>
    <dgm:pt modelId="{B4F739C8-F0DD-48D0-A532-A11828D15609}" type="sibTrans" cxnId="{BFC73DAD-F062-467E-A498-9D0A1E90C0F3}">
      <dgm:prSet/>
      <dgm:spPr/>
      <dgm:t>
        <a:bodyPr/>
        <a:lstStyle/>
        <a:p>
          <a:endParaRPr lang="en-IN"/>
        </a:p>
      </dgm:t>
    </dgm:pt>
    <dgm:pt modelId="{8157BBCA-7150-42C3-9882-0156F708DB30}">
      <dgm:prSet custT="1"/>
      <dgm:spPr/>
      <dgm:t>
        <a:bodyPr/>
        <a:lstStyle/>
        <a:p>
          <a:r>
            <a:rPr lang="en-IN" sz="1800" dirty="0"/>
            <a:t>Improved Quality</a:t>
          </a:r>
        </a:p>
      </dgm:t>
    </dgm:pt>
    <dgm:pt modelId="{F88D8B19-7C67-47B8-97CF-EE3F6C0FF367}" type="parTrans" cxnId="{E3548687-00D8-42D9-B84D-2DC577196486}">
      <dgm:prSet/>
      <dgm:spPr/>
      <dgm:t>
        <a:bodyPr/>
        <a:lstStyle/>
        <a:p>
          <a:endParaRPr lang="en-IN"/>
        </a:p>
      </dgm:t>
    </dgm:pt>
    <dgm:pt modelId="{F7F21CD6-3C6F-4B3C-B2AA-D1DBD4209FCE}" type="sibTrans" cxnId="{E3548687-00D8-42D9-B84D-2DC577196486}">
      <dgm:prSet/>
      <dgm:spPr/>
      <dgm:t>
        <a:bodyPr/>
        <a:lstStyle/>
        <a:p>
          <a:endParaRPr lang="en-IN"/>
        </a:p>
      </dgm:t>
    </dgm:pt>
    <dgm:pt modelId="{9212784D-91D4-4496-BB1B-ED1FFF35E3B7}">
      <dgm:prSet custT="1"/>
      <dgm:spPr/>
      <dgm:t>
        <a:bodyPr/>
        <a:lstStyle/>
        <a:p>
          <a:r>
            <a:rPr lang="en-IN" sz="1800" dirty="0"/>
            <a:t>Increased Productivity</a:t>
          </a:r>
        </a:p>
      </dgm:t>
    </dgm:pt>
    <dgm:pt modelId="{5024A61D-13C2-4BD4-9D73-2BC636476D36}" type="parTrans" cxnId="{DF7E0905-743D-4D8F-99C5-BFED4550BFF1}">
      <dgm:prSet/>
      <dgm:spPr/>
      <dgm:t>
        <a:bodyPr/>
        <a:lstStyle/>
        <a:p>
          <a:endParaRPr lang="en-IN"/>
        </a:p>
      </dgm:t>
    </dgm:pt>
    <dgm:pt modelId="{280F182C-D2C3-490D-8A6C-3F3E2D80C4B1}" type="sibTrans" cxnId="{DF7E0905-743D-4D8F-99C5-BFED4550BFF1}">
      <dgm:prSet/>
      <dgm:spPr/>
      <dgm:t>
        <a:bodyPr/>
        <a:lstStyle/>
        <a:p>
          <a:endParaRPr lang="en-IN"/>
        </a:p>
      </dgm:t>
    </dgm:pt>
    <dgm:pt modelId="{EFA2ADA8-16D5-4359-ADC0-DCC8A4C71C41}">
      <dgm:prSet custT="1"/>
      <dgm:spPr/>
      <dgm:t>
        <a:bodyPr/>
        <a:lstStyle/>
        <a:p>
          <a:r>
            <a:rPr lang="en-IN" sz="1800" dirty="0"/>
            <a:t>Enhanced Performance</a:t>
          </a:r>
        </a:p>
      </dgm:t>
    </dgm:pt>
    <dgm:pt modelId="{065B9D0D-8C0D-49A9-97A1-128800521779}" type="parTrans" cxnId="{F1089E39-51F2-44D2-89CE-EBF8AB923B60}">
      <dgm:prSet/>
      <dgm:spPr/>
      <dgm:t>
        <a:bodyPr/>
        <a:lstStyle/>
        <a:p>
          <a:endParaRPr lang="en-IN"/>
        </a:p>
      </dgm:t>
    </dgm:pt>
    <dgm:pt modelId="{33DD0A22-5BE6-4A63-AE67-F1D8EC27C0DB}" type="sibTrans" cxnId="{F1089E39-51F2-44D2-89CE-EBF8AB923B60}">
      <dgm:prSet/>
      <dgm:spPr/>
      <dgm:t>
        <a:bodyPr/>
        <a:lstStyle/>
        <a:p>
          <a:endParaRPr lang="en-IN"/>
        </a:p>
      </dgm:t>
    </dgm:pt>
    <dgm:pt modelId="{30FC1E9D-2CFD-4951-865E-C3334307E60F}">
      <dgm:prSet custT="1"/>
      <dgm:spPr/>
      <dgm:t>
        <a:bodyPr/>
        <a:lstStyle/>
        <a:p>
          <a:r>
            <a:rPr lang="en-IN" sz="1800" dirty="0"/>
            <a:t>Physical Features</a:t>
          </a:r>
        </a:p>
      </dgm:t>
    </dgm:pt>
    <dgm:pt modelId="{FE89E9C9-DC84-471D-8F7A-4A44D4DF531D}" type="parTrans" cxnId="{8C0CF2DA-36E8-4353-8EA8-3C370CB78D86}">
      <dgm:prSet/>
      <dgm:spPr/>
      <dgm:t>
        <a:bodyPr/>
        <a:lstStyle/>
        <a:p>
          <a:endParaRPr lang="en-IN"/>
        </a:p>
      </dgm:t>
    </dgm:pt>
    <dgm:pt modelId="{1153DEC9-367F-4BC4-A09E-B8D7D620E1B0}" type="sibTrans" cxnId="{8C0CF2DA-36E8-4353-8EA8-3C370CB78D86}">
      <dgm:prSet/>
      <dgm:spPr/>
      <dgm:t>
        <a:bodyPr/>
        <a:lstStyle/>
        <a:p>
          <a:endParaRPr lang="en-IN"/>
        </a:p>
      </dgm:t>
    </dgm:pt>
    <dgm:pt modelId="{3BB0742C-D896-4953-8260-E9179A103BA1}">
      <dgm:prSet custT="1"/>
      <dgm:spPr/>
      <dgm:t>
        <a:bodyPr/>
        <a:lstStyle/>
        <a:p>
          <a:r>
            <a:rPr lang="en-IN" sz="1800" dirty="0"/>
            <a:t>Revenue Growth</a:t>
          </a:r>
        </a:p>
      </dgm:t>
    </dgm:pt>
    <dgm:pt modelId="{0DAF944D-F599-44BE-A675-5642C35A65E0}" type="parTrans" cxnId="{BBE87107-02CD-422E-85FF-94E0C5552B4C}">
      <dgm:prSet/>
      <dgm:spPr/>
      <dgm:t>
        <a:bodyPr/>
        <a:lstStyle/>
        <a:p>
          <a:endParaRPr lang="en-IN"/>
        </a:p>
      </dgm:t>
    </dgm:pt>
    <dgm:pt modelId="{30F0523B-2222-4893-9EAD-84C4BFD111B1}" type="sibTrans" cxnId="{BBE87107-02CD-422E-85FF-94E0C5552B4C}">
      <dgm:prSet/>
      <dgm:spPr/>
      <dgm:t>
        <a:bodyPr/>
        <a:lstStyle/>
        <a:p>
          <a:endParaRPr lang="en-IN"/>
        </a:p>
      </dgm:t>
    </dgm:pt>
    <dgm:pt modelId="{2A74D432-197D-4BA3-B8A7-35C0DFF59B0F}" type="pres">
      <dgm:prSet presAssocID="{8A66E155-4208-4578-A466-923F06EC82C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FAD68BE-F0C4-44EE-84D0-9876D84F223B}" type="pres">
      <dgm:prSet presAssocID="{4ABA4D54-790F-457F-8BFC-DB146DC2AC30}" presName="composite" presStyleCnt="0"/>
      <dgm:spPr/>
    </dgm:pt>
    <dgm:pt modelId="{5FC1E8A4-86F8-49C8-9AA9-7E495553C14B}" type="pres">
      <dgm:prSet presAssocID="{4ABA4D54-790F-457F-8BFC-DB146DC2AC30}" presName="parentText" presStyleLbl="alignNode1" presStyleIdx="0" presStyleCnt="1" custScaleX="12850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FD856C-BCD8-4318-8B8D-2DE128801313}" type="pres">
      <dgm:prSet presAssocID="{4ABA4D54-790F-457F-8BFC-DB146DC2AC30}" presName="descendantText" presStyleLbl="alignAcc1" presStyleIdx="0" presStyleCnt="1" custScaleX="96517" custScaleY="17734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C73DAD-F062-467E-A498-9D0A1E90C0F3}" srcId="{4ABA4D54-790F-457F-8BFC-DB146DC2AC30}" destId="{139CBFC8-AEFB-482F-AEEA-9C7DFE23962D}" srcOrd="1" destOrd="0" parTransId="{8900ABC5-5339-44AD-8DCC-405B143C5E62}" sibTransId="{B4F739C8-F0DD-48D0-A532-A11828D15609}"/>
    <dgm:cxn modelId="{FA26FE5A-3C58-4907-B2C5-DFAFF62F614F}" type="presOf" srcId="{8157BBCA-7150-42C3-9882-0156F708DB30}" destId="{25FD856C-BCD8-4318-8B8D-2DE128801313}" srcOrd="0" destOrd="2" presId="urn:microsoft.com/office/officeart/2005/8/layout/chevron2"/>
    <dgm:cxn modelId="{5139BCA7-73FB-4950-964B-32A58194D1AE}" type="presOf" srcId="{30FC1E9D-2CFD-4951-865E-C3334307E60F}" destId="{25FD856C-BCD8-4318-8B8D-2DE128801313}" srcOrd="0" destOrd="5" presId="urn:microsoft.com/office/officeart/2005/8/layout/chevron2"/>
    <dgm:cxn modelId="{9489F51A-5C28-4837-AC3E-A075B9406048}" srcId="{4ABA4D54-790F-457F-8BFC-DB146DC2AC30}" destId="{13009A5E-0671-45D0-B492-3FFBAD236C3A}" srcOrd="0" destOrd="0" parTransId="{C528A093-C429-417B-990E-0D261C0DA67C}" sibTransId="{84C79A52-631C-48C0-9C67-EF94F9377816}"/>
    <dgm:cxn modelId="{E3548687-00D8-42D9-B84D-2DC577196486}" srcId="{4ABA4D54-790F-457F-8BFC-DB146DC2AC30}" destId="{8157BBCA-7150-42C3-9882-0156F708DB30}" srcOrd="2" destOrd="0" parTransId="{F88D8B19-7C67-47B8-97CF-EE3F6C0FF367}" sibTransId="{F7F21CD6-3C6F-4B3C-B2AA-D1DBD4209FCE}"/>
    <dgm:cxn modelId="{07AE2D1F-8918-42F6-996D-CC768FBEE953}" srcId="{8A66E155-4208-4578-A466-923F06EC82CA}" destId="{4ABA4D54-790F-457F-8BFC-DB146DC2AC30}" srcOrd="0" destOrd="0" parTransId="{952A19D1-C6A8-4FEE-8B45-842D87A45765}" sibTransId="{0BD76C8A-6810-4977-81AF-D3025779BDBD}"/>
    <dgm:cxn modelId="{4B61586F-35AD-4ECA-8A03-522B2BD6D1A3}" type="presOf" srcId="{9212784D-91D4-4496-BB1B-ED1FFF35E3B7}" destId="{25FD856C-BCD8-4318-8B8D-2DE128801313}" srcOrd="0" destOrd="3" presId="urn:microsoft.com/office/officeart/2005/8/layout/chevron2"/>
    <dgm:cxn modelId="{BBE87107-02CD-422E-85FF-94E0C5552B4C}" srcId="{4ABA4D54-790F-457F-8BFC-DB146DC2AC30}" destId="{3BB0742C-D896-4953-8260-E9179A103BA1}" srcOrd="6" destOrd="0" parTransId="{0DAF944D-F599-44BE-A675-5642C35A65E0}" sibTransId="{30F0523B-2222-4893-9EAD-84C4BFD111B1}"/>
    <dgm:cxn modelId="{B8423230-B84A-4E27-9763-700141E7B3F7}" type="presOf" srcId="{EFA2ADA8-16D5-4359-ADC0-DCC8A4C71C41}" destId="{25FD856C-BCD8-4318-8B8D-2DE128801313}" srcOrd="0" destOrd="4" presId="urn:microsoft.com/office/officeart/2005/8/layout/chevron2"/>
    <dgm:cxn modelId="{2E35E9B4-003A-4E23-8F08-CD596D9970EB}" type="presOf" srcId="{3BB0742C-D896-4953-8260-E9179A103BA1}" destId="{25FD856C-BCD8-4318-8B8D-2DE128801313}" srcOrd="0" destOrd="6" presId="urn:microsoft.com/office/officeart/2005/8/layout/chevron2"/>
    <dgm:cxn modelId="{0616F9EB-2226-43CB-8AAF-D1C8542E47AB}" type="presOf" srcId="{13009A5E-0671-45D0-B492-3FFBAD236C3A}" destId="{25FD856C-BCD8-4318-8B8D-2DE128801313}" srcOrd="0" destOrd="0" presId="urn:microsoft.com/office/officeart/2005/8/layout/chevron2"/>
    <dgm:cxn modelId="{CB586EC4-190D-4040-93CC-AB7B32761FA2}" type="presOf" srcId="{8A66E155-4208-4578-A466-923F06EC82CA}" destId="{2A74D432-197D-4BA3-B8A7-35C0DFF59B0F}" srcOrd="0" destOrd="0" presId="urn:microsoft.com/office/officeart/2005/8/layout/chevron2"/>
    <dgm:cxn modelId="{4FBF4581-427A-4B5D-A4E0-668A81C31466}" type="presOf" srcId="{139CBFC8-AEFB-482F-AEEA-9C7DFE23962D}" destId="{25FD856C-BCD8-4318-8B8D-2DE128801313}" srcOrd="0" destOrd="1" presId="urn:microsoft.com/office/officeart/2005/8/layout/chevron2"/>
    <dgm:cxn modelId="{5A9C1D6A-A7D2-47F6-AE2E-7660D357D13E}" type="presOf" srcId="{4ABA4D54-790F-457F-8BFC-DB146DC2AC30}" destId="{5FC1E8A4-86F8-49C8-9AA9-7E495553C14B}" srcOrd="0" destOrd="0" presId="urn:microsoft.com/office/officeart/2005/8/layout/chevron2"/>
    <dgm:cxn modelId="{8C0CF2DA-36E8-4353-8EA8-3C370CB78D86}" srcId="{4ABA4D54-790F-457F-8BFC-DB146DC2AC30}" destId="{30FC1E9D-2CFD-4951-865E-C3334307E60F}" srcOrd="5" destOrd="0" parTransId="{FE89E9C9-DC84-471D-8F7A-4A44D4DF531D}" sibTransId="{1153DEC9-367F-4BC4-A09E-B8D7D620E1B0}"/>
    <dgm:cxn modelId="{F1089E39-51F2-44D2-89CE-EBF8AB923B60}" srcId="{4ABA4D54-790F-457F-8BFC-DB146DC2AC30}" destId="{EFA2ADA8-16D5-4359-ADC0-DCC8A4C71C41}" srcOrd="4" destOrd="0" parTransId="{065B9D0D-8C0D-49A9-97A1-128800521779}" sibTransId="{33DD0A22-5BE6-4A63-AE67-F1D8EC27C0DB}"/>
    <dgm:cxn modelId="{DF7E0905-743D-4D8F-99C5-BFED4550BFF1}" srcId="{4ABA4D54-790F-457F-8BFC-DB146DC2AC30}" destId="{9212784D-91D4-4496-BB1B-ED1FFF35E3B7}" srcOrd="3" destOrd="0" parTransId="{5024A61D-13C2-4BD4-9D73-2BC636476D36}" sibTransId="{280F182C-D2C3-490D-8A6C-3F3E2D80C4B1}"/>
    <dgm:cxn modelId="{AF8035FD-B04A-4A44-BC26-C8BE939111DF}" type="presParOf" srcId="{2A74D432-197D-4BA3-B8A7-35C0DFF59B0F}" destId="{FFAD68BE-F0C4-44EE-84D0-9876D84F223B}" srcOrd="0" destOrd="0" presId="urn:microsoft.com/office/officeart/2005/8/layout/chevron2"/>
    <dgm:cxn modelId="{DEDB426E-0126-4935-B9AD-5FBE6AE056CB}" type="presParOf" srcId="{FFAD68BE-F0C4-44EE-84D0-9876D84F223B}" destId="{5FC1E8A4-86F8-49C8-9AA9-7E495553C14B}" srcOrd="0" destOrd="0" presId="urn:microsoft.com/office/officeart/2005/8/layout/chevron2"/>
    <dgm:cxn modelId="{7EDEE865-E5B2-49C6-8B65-63040D588BA0}" type="presParOf" srcId="{FFAD68BE-F0C4-44EE-84D0-9876D84F223B}" destId="{25FD856C-BCD8-4318-8B8D-2DE12880131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4678B25-18B5-49B8-8991-8186E95D6F0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B819FD-D37A-471C-90D0-EB8E1AB94492}">
      <dgm:prSet/>
      <dgm:spPr/>
      <dgm:t>
        <a:bodyPr/>
        <a:lstStyle/>
        <a:p>
          <a:r>
            <a:rPr lang="en-IN" dirty="0"/>
            <a:t>·  </a:t>
          </a:r>
          <a:r>
            <a:rPr lang="en-IN" b="1" dirty="0"/>
            <a:t>Intangible Benefits</a:t>
          </a:r>
          <a:endParaRPr lang="en-IN" dirty="0"/>
        </a:p>
      </dgm:t>
    </dgm:pt>
    <dgm:pt modelId="{F746BBC6-8A80-41E7-8CE1-F1FFC5A90158}" type="parTrans" cxnId="{F716DD80-470F-40FF-BE8F-B0DAA0ECA11E}">
      <dgm:prSet/>
      <dgm:spPr/>
      <dgm:t>
        <a:bodyPr/>
        <a:lstStyle/>
        <a:p>
          <a:endParaRPr lang="en-IN"/>
        </a:p>
      </dgm:t>
    </dgm:pt>
    <dgm:pt modelId="{BB898D07-7439-4477-85A6-569E36B4BD9C}" type="sibTrans" cxnId="{F716DD80-470F-40FF-BE8F-B0DAA0ECA11E}">
      <dgm:prSet/>
      <dgm:spPr/>
      <dgm:t>
        <a:bodyPr/>
        <a:lstStyle/>
        <a:p>
          <a:endParaRPr lang="en-IN"/>
        </a:p>
      </dgm:t>
    </dgm:pt>
    <dgm:pt modelId="{E83C416B-4BFA-4543-872F-83C21883026F}">
      <dgm:prSet custT="1"/>
      <dgm:spPr/>
      <dgm:t>
        <a:bodyPr/>
        <a:lstStyle/>
        <a:p>
          <a:r>
            <a:rPr lang="en-IN" sz="1800" dirty="0"/>
            <a:t>Brand Reputation -  Customers feel confident buying from a well-known, trusted brand.</a:t>
          </a:r>
        </a:p>
      </dgm:t>
    </dgm:pt>
    <dgm:pt modelId="{84665B50-D739-4778-AEA8-B9A3E22E6D56}" type="parTrans" cxnId="{9A387787-D859-4B9E-9682-ED56C0CA8CA0}">
      <dgm:prSet/>
      <dgm:spPr/>
      <dgm:t>
        <a:bodyPr/>
        <a:lstStyle/>
        <a:p>
          <a:endParaRPr lang="en-IN"/>
        </a:p>
      </dgm:t>
    </dgm:pt>
    <dgm:pt modelId="{3B068FE0-98CD-4503-9760-5EEF36D9A208}" type="sibTrans" cxnId="{9A387787-D859-4B9E-9682-ED56C0CA8CA0}">
      <dgm:prSet/>
      <dgm:spPr/>
      <dgm:t>
        <a:bodyPr/>
        <a:lstStyle/>
        <a:p>
          <a:endParaRPr lang="en-IN"/>
        </a:p>
      </dgm:t>
    </dgm:pt>
    <dgm:pt modelId="{91F62A45-5947-4BB1-8BAC-CC3AD54B8880}">
      <dgm:prSet custT="1"/>
      <dgm:spPr/>
      <dgm:t>
        <a:bodyPr/>
        <a:lstStyle/>
        <a:p>
          <a:r>
            <a:rPr lang="en-IN" sz="1800" dirty="0"/>
            <a:t>Customer Satisfaction</a:t>
          </a:r>
        </a:p>
      </dgm:t>
    </dgm:pt>
    <dgm:pt modelId="{59DD9A3F-386C-4BDC-BA1F-F5DF45507DA5}" type="parTrans" cxnId="{04DCADCE-3518-42D1-BD73-DFB6EE6DF17D}">
      <dgm:prSet/>
      <dgm:spPr/>
      <dgm:t>
        <a:bodyPr/>
        <a:lstStyle/>
        <a:p>
          <a:endParaRPr lang="en-IN"/>
        </a:p>
      </dgm:t>
    </dgm:pt>
    <dgm:pt modelId="{91B1A8FF-0FC0-49D9-A4CE-CF9D2A856A2A}" type="sibTrans" cxnId="{04DCADCE-3518-42D1-BD73-DFB6EE6DF17D}">
      <dgm:prSet/>
      <dgm:spPr/>
      <dgm:t>
        <a:bodyPr/>
        <a:lstStyle/>
        <a:p>
          <a:endParaRPr lang="en-IN"/>
        </a:p>
      </dgm:t>
    </dgm:pt>
    <dgm:pt modelId="{23D7627B-4C21-49C0-BCCE-6BB2115803D4}">
      <dgm:prSet custT="1"/>
      <dgm:spPr/>
      <dgm:t>
        <a:bodyPr/>
        <a:lstStyle/>
        <a:p>
          <a:r>
            <a:rPr lang="en-IN" sz="1800" dirty="0"/>
            <a:t>Convenience</a:t>
          </a:r>
        </a:p>
      </dgm:t>
    </dgm:pt>
    <dgm:pt modelId="{CE147751-D8E9-4EC7-B5A2-422254EAFCAD}" type="parTrans" cxnId="{CD4667A7-051A-4725-BC75-2C8E542FD3DC}">
      <dgm:prSet/>
      <dgm:spPr/>
      <dgm:t>
        <a:bodyPr/>
        <a:lstStyle/>
        <a:p>
          <a:endParaRPr lang="en-IN"/>
        </a:p>
      </dgm:t>
    </dgm:pt>
    <dgm:pt modelId="{36C91208-F3BE-4A25-8B7B-69BF22047023}" type="sibTrans" cxnId="{CD4667A7-051A-4725-BC75-2C8E542FD3DC}">
      <dgm:prSet/>
      <dgm:spPr/>
      <dgm:t>
        <a:bodyPr/>
        <a:lstStyle/>
        <a:p>
          <a:endParaRPr lang="en-IN"/>
        </a:p>
      </dgm:t>
    </dgm:pt>
    <dgm:pt modelId="{34315733-CB07-4A52-9747-175D0365603F}">
      <dgm:prSet custT="1"/>
      <dgm:spPr/>
      <dgm:t>
        <a:bodyPr/>
        <a:lstStyle/>
        <a:p>
          <a:r>
            <a:rPr lang="en-IN" sz="1800" dirty="0"/>
            <a:t>Peace of Mind</a:t>
          </a:r>
        </a:p>
      </dgm:t>
    </dgm:pt>
    <dgm:pt modelId="{F4D7267F-26BB-41B9-8B82-E846CD61C76E}" type="parTrans" cxnId="{8F9FB60D-7FF8-4237-B947-FCEDD1753995}">
      <dgm:prSet/>
      <dgm:spPr/>
      <dgm:t>
        <a:bodyPr/>
        <a:lstStyle/>
        <a:p>
          <a:endParaRPr lang="en-IN"/>
        </a:p>
      </dgm:t>
    </dgm:pt>
    <dgm:pt modelId="{26708A6D-0358-43B5-A147-1258AA199598}" type="sibTrans" cxnId="{8F9FB60D-7FF8-4237-B947-FCEDD1753995}">
      <dgm:prSet/>
      <dgm:spPr/>
      <dgm:t>
        <a:bodyPr/>
        <a:lstStyle/>
        <a:p>
          <a:endParaRPr lang="en-IN"/>
        </a:p>
      </dgm:t>
    </dgm:pt>
    <dgm:pt modelId="{394B8EE5-E175-4989-A231-519D4F6623F6}">
      <dgm:prSet custT="1"/>
      <dgm:spPr/>
      <dgm:t>
        <a:bodyPr/>
        <a:lstStyle/>
        <a:p>
          <a:r>
            <a:rPr lang="en-IN" sz="1800" dirty="0"/>
            <a:t>Status and Prestige - Owning a luxury item that conveys social status and exclusivity.</a:t>
          </a:r>
        </a:p>
      </dgm:t>
    </dgm:pt>
    <dgm:pt modelId="{3704B187-AEE5-47A1-B1B8-553255B8139A}" type="parTrans" cxnId="{3514DB91-04A5-4AA8-99C8-BE6AAFD886FE}">
      <dgm:prSet/>
      <dgm:spPr/>
      <dgm:t>
        <a:bodyPr/>
        <a:lstStyle/>
        <a:p>
          <a:endParaRPr lang="en-IN"/>
        </a:p>
      </dgm:t>
    </dgm:pt>
    <dgm:pt modelId="{DAF0CCB5-B438-46C1-B5F3-6A416F5F2AC1}" type="sibTrans" cxnId="{3514DB91-04A5-4AA8-99C8-BE6AAFD886FE}">
      <dgm:prSet/>
      <dgm:spPr/>
      <dgm:t>
        <a:bodyPr/>
        <a:lstStyle/>
        <a:p>
          <a:endParaRPr lang="en-IN"/>
        </a:p>
      </dgm:t>
    </dgm:pt>
    <dgm:pt modelId="{637208D2-0133-4A55-BAC9-220ADE8EEF16}">
      <dgm:prSet custT="1"/>
      <dgm:spPr/>
      <dgm:t>
        <a:bodyPr/>
        <a:lstStyle/>
        <a:p>
          <a:r>
            <a:rPr lang="en-IN" sz="1800" dirty="0"/>
            <a:t>Innovation</a:t>
          </a:r>
        </a:p>
      </dgm:t>
    </dgm:pt>
    <dgm:pt modelId="{E82731A3-B85E-4DA9-AB92-45457E80ED97}" type="parTrans" cxnId="{6AB1E144-4A21-48E4-A00E-95AFABBFC225}">
      <dgm:prSet/>
      <dgm:spPr/>
      <dgm:t>
        <a:bodyPr/>
        <a:lstStyle/>
        <a:p>
          <a:endParaRPr lang="en-IN"/>
        </a:p>
      </dgm:t>
    </dgm:pt>
    <dgm:pt modelId="{E9EEAFCF-5E0E-47BD-9B2B-E5CD60AC89E5}" type="sibTrans" cxnId="{6AB1E144-4A21-48E4-A00E-95AFABBFC225}">
      <dgm:prSet/>
      <dgm:spPr/>
      <dgm:t>
        <a:bodyPr/>
        <a:lstStyle/>
        <a:p>
          <a:endParaRPr lang="en-IN"/>
        </a:p>
      </dgm:t>
    </dgm:pt>
    <dgm:pt modelId="{325D023A-E021-4F21-B961-C4A0A0858EA8}">
      <dgm:prSet custT="1"/>
      <dgm:spPr/>
      <dgm:t>
        <a:bodyPr/>
        <a:lstStyle/>
        <a:p>
          <a:r>
            <a:rPr lang="en-IN" sz="1800" dirty="0"/>
            <a:t>Emotional Connection</a:t>
          </a:r>
        </a:p>
      </dgm:t>
    </dgm:pt>
    <dgm:pt modelId="{76F42BA2-0C54-4D6E-9A63-229053FFA252}" type="parTrans" cxnId="{C3C178DA-00EE-4356-A777-3BAB94C8B43E}">
      <dgm:prSet/>
      <dgm:spPr/>
      <dgm:t>
        <a:bodyPr/>
        <a:lstStyle/>
        <a:p>
          <a:endParaRPr lang="en-IN"/>
        </a:p>
      </dgm:t>
    </dgm:pt>
    <dgm:pt modelId="{D405B43F-C77C-4899-9896-DCA0D364231F}" type="sibTrans" cxnId="{C3C178DA-00EE-4356-A777-3BAB94C8B43E}">
      <dgm:prSet/>
      <dgm:spPr/>
      <dgm:t>
        <a:bodyPr/>
        <a:lstStyle/>
        <a:p>
          <a:endParaRPr lang="en-IN"/>
        </a:p>
      </dgm:t>
    </dgm:pt>
    <dgm:pt modelId="{F4EEEDC3-CBCB-48D1-9C4D-38AEF1124546}">
      <dgm:prSet custT="1"/>
      <dgm:spPr/>
      <dgm:t>
        <a:bodyPr/>
        <a:lstStyle/>
        <a:p>
          <a:r>
            <a:rPr lang="en-IN" sz="1800" dirty="0"/>
            <a:t>Loyalty and Trust</a:t>
          </a:r>
        </a:p>
      </dgm:t>
    </dgm:pt>
    <dgm:pt modelId="{4C2950ED-E525-4B61-98E3-6F03BE283508}" type="parTrans" cxnId="{D0C36D21-2EFF-4CB8-B4BE-859235D7A972}">
      <dgm:prSet/>
      <dgm:spPr/>
      <dgm:t>
        <a:bodyPr/>
        <a:lstStyle/>
        <a:p>
          <a:endParaRPr lang="en-IN"/>
        </a:p>
      </dgm:t>
    </dgm:pt>
    <dgm:pt modelId="{1643F8B9-657F-497E-B365-83CB5ED1C6D6}" type="sibTrans" cxnId="{D0C36D21-2EFF-4CB8-B4BE-859235D7A972}">
      <dgm:prSet/>
      <dgm:spPr/>
      <dgm:t>
        <a:bodyPr/>
        <a:lstStyle/>
        <a:p>
          <a:endParaRPr lang="en-IN"/>
        </a:p>
      </dgm:t>
    </dgm:pt>
    <dgm:pt modelId="{84257F81-AAB1-4A3F-8DFE-47F0A131310B}">
      <dgm:prSet custT="1"/>
      <dgm:spPr/>
      <dgm:t>
        <a:bodyPr/>
        <a:lstStyle/>
        <a:p>
          <a:r>
            <a:rPr lang="en-IN" sz="1800" dirty="0"/>
            <a:t>Personalization</a:t>
          </a:r>
        </a:p>
      </dgm:t>
    </dgm:pt>
    <dgm:pt modelId="{787D98D4-3404-43CB-A1E5-0E9B0C6D356D}" type="parTrans" cxnId="{A91F9C1B-3026-406F-8E2D-F202721BF94A}">
      <dgm:prSet/>
      <dgm:spPr/>
      <dgm:t>
        <a:bodyPr/>
        <a:lstStyle/>
        <a:p>
          <a:endParaRPr lang="en-IN"/>
        </a:p>
      </dgm:t>
    </dgm:pt>
    <dgm:pt modelId="{7F8117AE-5779-4B74-A8D2-77EDC6B66073}" type="sibTrans" cxnId="{A91F9C1B-3026-406F-8E2D-F202721BF94A}">
      <dgm:prSet/>
      <dgm:spPr/>
      <dgm:t>
        <a:bodyPr/>
        <a:lstStyle/>
        <a:p>
          <a:endParaRPr lang="en-IN"/>
        </a:p>
      </dgm:t>
    </dgm:pt>
    <dgm:pt modelId="{1E14BB20-1BF2-4B73-A91B-1754AC3E324E}" type="pres">
      <dgm:prSet presAssocID="{74678B25-18B5-49B8-8991-8186E95D6F08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C2CA774-265B-4910-9E13-E489ED3E6920}" type="pres">
      <dgm:prSet presAssocID="{F5B819FD-D37A-471C-90D0-EB8E1AB94492}" presName="composite" presStyleCnt="0"/>
      <dgm:spPr/>
    </dgm:pt>
    <dgm:pt modelId="{D03071BB-FC12-40FE-9EB2-87B53412FEF8}" type="pres">
      <dgm:prSet presAssocID="{F5B819FD-D37A-471C-90D0-EB8E1AB94492}" presName="parentText" presStyleLbl="alignNode1" presStyleIdx="0" presStyleCnt="1" custLinFactNeighborX="-29141" custLinFactNeighborY="-221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B946A3-A3E2-4C18-B4DC-4DE4D18A2E28}" type="pres">
      <dgm:prSet presAssocID="{F5B819FD-D37A-471C-90D0-EB8E1AB94492}" presName="descendantText" presStyleLbl="alignAcc1" presStyleIdx="0" presStyleCnt="1" custScaleX="99966" custScaleY="170851" custLinFactNeighborX="9" custLinFactNeighborY="185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F9FB60D-7FF8-4237-B947-FCEDD1753995}" srcId="{F5B819FD-D37A-471C-90D0-EB8E1AB94492}" destId="{34315733-CB07-4A52-9747-175D0365603F}" srcOrd="3" destOrd="0" parTransId="{F4D7267F-26BB-41B9-8B82-E846CD61C76E}" sibTransId="{26708A6D-0358-43B5-A147-1258AA199598}"/>
    <dgm:cxn modelId="{D0C36D21-2EFF-4CB8-B4BE-859235D7A972}" srcId="{F5B819FD-D37A-471C-90D0-EB8E1AB94492}" destId="{F4EEEDC3-CBCB-48D1-9C4D-38AEF1124546}" srcOrd="7" destOrd="0" parTransId="{4C2950ED-E525-4B61-98E3-6F03BE283508}" sibTransId="{1643F8B9-657F-497E-B365-83CB5ED1C6D6}"/>
    <dgm:cxn modelId="{21D1F1AF-E0CB-4141-B79F-0732C3B769B0}" type="presOf" srcId="{91F62A45-5947-4BB1-8BAC-CC3AD54B8880}" destId="{25B946A3-A3E2-4C18-B4DC-4DE4D18A2E28}" srcOrd="0" destOrd="1" presId="urn:microsoft.com/office/officeart/2005/8/layout/chevron2"/>
    <dgm:cxn modelId="{C3C178DA-00EE-4356-A777-3BAB94C8B43E}" srcId="{F5B819FD-D37A-471C-90D0-EB8E1AB94492}" destId="{325D023A-E021-4F21-B961-C4A0A0858EA8}" srcOrd="6" destOrd="0" parTransId="{76F42BA2-0C54-4D6E-9A63-229053FFA252}" sibTransId="{D405B43F-C77C-4899-9896-DCA0D364231F}"/>
    <dgm:cxn modelId="{9A387787-D859-4B9E-9682-ED56C0CA8CA0}" srcId="{F5B819FD-D37A-471C-90D0-EB8E1AB94492}" destId="{E83C416B-4BFA-4543-872F-83C21883026F}" srcOrd="0" destOrd="0" parTransId="{84665B50-D739-4778-AEA8-B9A3E22E6D56}" sibTransId="{3B068FE0-98CD-4503-9760-5EEF36D9A208}"/>
    <dgm:cxn modelId="{3514DB91-04A5-4AA8-99C8-BE6AAFD886FE}" srcId="{F5B819FD-D37A-471C-90D0-EB8E1AB94492}" destId="{394B8EE5-E175-4989-A231-519D4F6623F6}" srcOrd="4" destOrd="0" parTransId="{3704B187-AEE5-47A1-B1B8-553255B8139A}" sibTransId="{DAF0CCB5-B438-46C1-B5F3-6A416F5F2AC1}"/>
    <dgm:cxn modelId="{25573618-AD79-4427-AD81-2B763815A006}" type="presOf" srcId="{F4EEEDC3-CBCB-48D1-9C4D-38AEF1124546}" destId="{25B946A3-A3E2-4C18-B4DC-4DE4D18A2E28}" srcOrd="0" destOrd="7" presId="urn:microsoft.com/office/officeart/2005/8/layout/chevron2"/>
    <dgm:cxn modelId="{DE71B0E2-610E-4AE4-B96B-BA9A62816DA2}" type="presOf" srcId="{F5B819FD-D37A-471C-90D0-EB8E1AB94492}" destId="{D03071BB-FC12-40FE-9EB2-87B53412FEF8}" srcOrd="0" destOrd="0" presId="urn:microsoft.com/office/officeart/2005/8/layout/chevron2"/>
    <dgm:cxn modelId="{AEE017FE-291B-4F34-BA46-92773AC7D58B}" type="presOf" srcId="{74678B25-18B5-49B8-8991-8186E95D6F08}" destId="{1E14BB20-1BF2-4B73-A91B-1754AC3E324E}" srcOrd="0" destOrd="0" presId="urn:microsoft.com/office/officeart/2005/8/layout/chevron2"/>
    <dgm:cxn modelId="{04DCADCE-3518-42D1-BD73-DFB6EE6DF17D}" srcId="{F5B819FD-D37A-471C-90D0-EB8E1AB94492}" destId="{91F62A45-5947-4BB1-8BAC-CC3AD54B8880}" srcOrd="1" destOrd="0" parTransId="{59DD9A3F-386C-4BDC-BA1F-F5DF45507DA5}" sibTransId="{91B1A8FF-0FC0-49D9-A4CE-CF9D2A856A2A}"/>
    <dgm:cxn modelId="{CD4667A7-051A-4725-BC75-2C8E542FD3DC}" srcId="{F5B819FD-D37A-471C-90D0-EB8E1AB94492}" destId="{23D7627B-4C21-49C0-BCCE-6BB2115803D4}" srcOrd="2" destOrd="0" parTransId="{CE147751-D8E9-4EC7-B5A2-422254EAFCAD}" sibTransId="{36C91208-F3BE-4A25-8B7B-69BF22047023}"/>
    <dgm:cxn modelId="{47474AC8-1006-47AA-B573-89DF47B04B12}" type="presOf" srcId="{34315733-CB07-4A52-9747-175D0365603F}" destId="{25B946A3-A3E2-4C18-B4DC-4DE4D18A2E28}" srcOrd="0" destOrd="3" presId="urn:microsoft.com/office/officeart/2005/8/layout/chevron2"/>
    <dgm:cxn modelId="{FD8B43FC-F117-42C5-B3C5-E18E22828D81}" type="presOf" srcId="{E83C416B-4BFA-4543-872F-83C21883026F}" destId="{25B946A3-A3E2-4C18-B4DC-4DE4D18A2E28}" srcOrd="0" destOrd="0" presId="urn:microsoft.com/office/officeart/2005/8/layout/chevron2"/>
    <dgm:cxn modelId="{F716DD80-470F-40FF-BE8F-B0DAA0ECA11E}" srcId="{74678B25-18B5-49B8-8991-8186E95D6F08}" destId="{F5B819FD-D37A-471C-90D0-EB8E1AB94492}" srcOrd="0" destOrd="0" parTransId="{F746BBC6-8A80-41E7-8CE1-F1FFC5A90158}" sibTransId="{BB898D07-7439-4477-85A6-569E36B4BD9C}"/>
    <dgm:cxn modelId="{A91F9C1B-3026-406F-8E2D-F202721BF94A}" srcId="{F5B819FD-D37A-471C-90D0-EB8E1AB94492}" destId="{84257F81-AAB1-4A3F-8DFE-47F0A131310B}" srcOrd="8" destOrd="0" parTransId="{787D98D4-3404-43CB-A1E5-0E9B0C6D356D}" sibTransId="{7F8117AE-5779-4B74-A8D2-77EDC6B66073}"/>
    <dgm:cxn modelId="{E2BD1AC2-6F7B-4C3A-94F2-5E42083C019F}" type="presOf" srcId="{84257F81-AAB1-4A3F-8DFE-47F0A131310B}" destId="{25B946A3-A3E2-4C18-B4DC-4DE4D18A2E28}" srcOrd="0" destOrd="8" presId="urn:microsoft.com/office/officeart/2005/8/layout/chevron2"/>
    <dgm:cxn modelId="{677C46F6-AD85-44F9-9C64-5E6F82BE2B3A}" type="presOf" srcId="{637208D2-0133-4A55-BAC9-220ADE8EEF16}" destId="{25B946A3-A3E2-4C18-B4DC-4DE4D18A2E28}" srcOrd="0" destOrd="5" presId="urn:microsoft.com/office/officeart/2005/8/layout/chevron2"/>
    <dgm:cxn modelId="{0D310BB5-B660-45C2-BEBC-9EF816D1678A}" type="presOf" srcId="{394B8EE5-E175-4989-A231-519D4F6623F6}" destId="{25B946A3-A3E2-4C18-B4DC-4DE4D18A2E28}" srcOrd="0" destOrd="4" presId="urn:microsoft.com/office/officeart/2005/8/layout/chevron2"/>
    <dgm:cxn modelId="{6AB1E144-4A21-48E4-A00E-95AFABBFC225}" srcId="{F5B819FD-D37A-471C-90D0-EB8E1AB94492}" destId="{637208D2-0133-4A55-BAC9-220ADE8EEF16}" srcOrd="5" destOrd="0" parTransId="{E82731A3-B85E-4DA9-AB92-45457E80ED97}" sibTransId="{E9EEAFCF-5E0E-47BD-9B2B-E5CD60AC89E5}"/>
    <dgm:cxn modelId="{1C835551-2B34-4F43-9409-564DCEB84DCA}" type="presOf" srcId="{23D7627B-4C21-49C0-BCCE-6BB2115803D4}" destId="{25B946A3-A3E2-4C18-B4DC-4DE4D18A2E28}" srcOrd="0" destOrd="2" presId="urn:microsoft.com/office/officeart/2005/8/layout/chevron2"/>
    <dgm:cxn modelId="{8B22D1BD-F350-4066-AEF4-A494C432A253}" type="presOf" srcId="{325D023A-E021-4F21-B961-C4A0A0858EA8}" destId="{25B946A3-A3E2-4C18-B4DC-4DE4D18A2E28}" srcOrd="0" destOrd="6" presId="urn:microsoft.com/office/officeart/2005/8/layout/chevron2"/>
    <dgm:cxn modelId="{5EC285A8-0F14-4017-8944-368992A96AC8}" type="presParOf" srcId="{1E14BB20-1BF2-4B73-A91B-1754AC3E324E}" destId="{9C2CA774-265B-4910-9E13-E489ED3E6920}" srcOrd="0" destOrd="0" presId="urn:microsoft.com/office/officeart/2005/8/layout/chevron2"/>
    <dgm:cxn modelId="{9BE0CACE-6B8A-496D-8DA2-A101EF05F084}" type="presParOf" srcId="{9C2CA774-265B-4910-9E13-E489ED3E6920}" destId="{D03071BB-FC12-40FE-9EB2-87B53412FEF8}" srcOrd="0" destOrd="0" presId="urn:microsoft.com/office/officeart/2005/8/layout/chevron2"/>
    <dgm:cxn modelId="{AC3AD710-BD41-414F-A5B5-AB0878525CA0}" type="presParOf" srcId="{9C2CA774-265B-4910-9E13-E489ED3E6920}" destId="{25B946A3-A3E2-4C18-B4DC-4DE4D18A2E2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CACD529-6D62-43F7-A8A1-0F6EB12EA5C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183F807-D2CC-4CE1-878E-608FAACC8DA8}">
      <dgm:prSet custT="1"/>
      <dgm:spPr>
        <a:solidFill>
          <a:schemeClr val="tx1"/>
        </a:solidFill>
      </dgm:spPr>
      <dgm:t>
        <a:bodyPr/>
        <a:lstStyle/>
        <a:p>
          <a:pPr algn="l">
            <a:buNone/>
          </a:pPr>
          <a:r>
            <a:rPr lang="en-IN" sz="2000" b="1" dirty="0"/>
            <a:t>These three questions:</a:t>
          </a:r>
        </a:p>
        <a:p>
          <a:pPr algn="l"/>
          <a:r>
            <a:rPr lang="en-IN" sz="2000" b="1" dirty="0"/>
            <a:t>	Which customers are you going to serve?</a:t>
          </a:r>
        </a:p>
        <a:p>
          <a:pPr algn="l"/>
          <a:r>
            <a:rPr lang="en-IN" sz="2000" b="1" dirty="0"/>
            <a:t>	Which needs are you going to meet?</a:t>
          </a:r>
        </a:p>
        <a:p>
          <a:pPr algn="l"/>
          <a:r>
            <a:rPr lang="en-IN" sz="2000" b="1" dirty="0"/>
            <a:t>	What relative price will provide acceptable value for </a:t>
          </a:r>
        </a:p>
        <a:p>
          <a:pPr algn="l"/>
          <a:r>
            <a:rPr lang="en-IN" sz="2000" b="1" dirty="0"/>
            <a:t>               customers and acceptable profitability for the customer?</a:t>
          </a:r>
        </a:p>
        <a:p>
          <a:pPr algn="ctr">
            <a:buNone/>
          </a:pPr>
          <a:endParaRPr lang="en-IN" sz="2000" b="1" dirty="0"/>
        </a:p>
      </dgm:t>
    </dgm:pt>
    <dgm:pt modelId="{FEEE83D5-8545-4C9D-863A-53CF7916A3E4}" type="parTrans" cxnId="{2017D9DB-D068-4E83-8CE2-4AC5E392C1D8}">
      <dgm:prSet/>
      <dgm:spPr/>
      <dgm:t>
        <a:bodyPr/>
        <a:lstStyle/>
        <a:p>
          <a:endParaRPr lang="en-IN"/>
        </a:p>
      </dgm:t>
    </dgm:pt>
    <dgm:pt modelId="{6603F29E-470E-4D62-AD79-073E5C184933}" type="sibTrans" cxnId="{2017D9DB-D068-4E83-8CE2-4AC5E392C1D8}">
      <dgm:prSet/>
      <dgm:spPr/>
      <dgm:t>
        <a:bodyPr/>
        <a:lstStyle/>
        <a:p>
          <a:endParaRPr lang="en-IN"/>
        </a:p>
      </dgm:t>
    </dgm:pt>
    <dgm:pt modelId="{AF05F931-B910-442E-8575-4E7A57744692}">
      <dgm:prSet custT="1"/>
      <dgm:spPr>
        <a:solidFill>
          <a:schemeClr val="tx1"/>
        </a:solidFill>
      </dgm:spPr>
      <dgm:t>
        <a:bodyPr/>
        <a:lstStyle/>
        <a:p>
          <a:pPr algn="l"/>
          <a:r>
            <a:rPr lang="en-IN" sz="2000" b="1" dirty="0"/>
            <a:t>Try the Steve Blank formula apply (Steve Blank, a former Google employee who runs the Lean Start-up Circle)</a:t>
          </a:r>
        </a:p>
        <a:p>
          <a:pPr algn="l"/>
          <a:endParaRPr lang="en-IN" sz="2000" b="1" dirty="0"/>
        </a:p>
        <a:p>
          <a:pPr algn="l"/>
          <a:r>
            <a:rPr lang="en-IN" sz="2000" dirty="0"/>
            <a:t>		We help (X) do (Y) by doing (Z).</a:t>
          </a:r>
          <a:r>
            <a:rPr lang="en-IN" sz="2000" b="1" dirty="0"/>
            <a:t> </a:t>
          </a:r>
          <a:endParaRPr lang="en-IN" sz="2000" dirty="0"/>
        </a:p>
      </dgm:t>
    </dgm:pt>
    <dgm:pt modelId="{14411B9F-D8F9-48D1-8F91-A0B72A9DE395}" type="parTrans" cxnId="{118DD977-12A6-4B7B-AE19-23C5B72043F4}">
      <dgm:prSet/>
      <dgm:spPr/>
      <dgm:t>
        <a:bodyPr/>
        <a:lstStyle/>
        <a:p>
          <a:endParaRPr lang="en-IN"/>
        </a:p>
      </dgm:t>
    </dgm:pt>
    <dgm:pt modelId="{FB00A2F6-CDDA-49AA-B75E-A52CB9F0E4A6}" type="sibTrans" cxnId="{118DD977-12A6-4B7B-AE19-23C5B72043F4}">
      <dgm:prSet/>
      <dgm:spPr/>
      <dgm:t>
        <a:bodyPr/>
        <a:lstStyle/>
        <a:p>
          <a:endParaRPr lang="en-IN"/>
        </a:p>
      </dgm:t>
    </dgm:pt>
    <dgm:pt modelId="{2FEC6BD2-6F56-4AC0-865A-F973E1E37BAE}" type="pres">
      <dgm:prSet presAssocID="{6CACD529-6D62-43F7-A8A1-0F6EB12EA5C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6F6E873-F791-4334-AE76-F86C269BB0E7}" type="pres">
      <dgm:prSet presAssocID="{6183F807-D2CC-4CE1-878E-608FAACC8DA8}" presName="composite" presStyleCnt="0"/>
      <dgm:spPr/>
    </dgm:pt>
    <dgm:pt modelId="{5DC8E945-3780-41F6-B596-1F68385BF068}" type="pres">
      <dgm:prSet presAssocID="{6183F807-D2CC-4CE1-878E-608FAACC8DA8}" presName="imgShp" presStyleLbl="fgImgPlace1" presStyleIdx="0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FB3972CA-4277-4895-9280-AFFD8649A32E}" type="pres">
      <dgm:prSet presAssocID="{6183F807-D2CC-4CE1-878E-608FAACC8DA8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3C29AB-CBCD-4F52-B2A6-620930685426}" type="pres">
      <dgm:prSet presAssocID="{6603F29E-470E-4D62-AD79-073E5C184933}" presName="spacing" presStyleCnt="0"/>
      <dgm:spPr/>
    </dgm:pt>
    <dgm:pt modelId="{F9EF0358-B235-4973-B129-C031956AC303}" type="pres">
      <dgm:prSet presAssocID="{AF05F931-B910-442E-8575-4E7A57744692}" presName="composite" presStyleCnt="0"/>
      <dgm:spPr/>
    </dgm:pt>
    <dgm:pt modelId="{C614148D-6750-46E8-9AFD-9B30A48ACB3E}" type="pres">
      <dgm:prSet presAssocID="{AF05F931-B910-442E-8575-4E7A57744692}" presName="imgShp" presStyleLbl="fgImgPlace1" presStyleIdx="1" presStyleCnt="2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7CC14F48-E8B7-4584-9D44-21BF93E28A4D}" type="pres">
      <dgm:prSet presAssocID="{AF05F931-B910-442E-8575-4E7A57744692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D97B265-F829-4FB3-BAD6-B7607DFA913C}" type="presOf" srcId="{AF05F931-B910-442E-8575-4E7A57744692}" destId="{7CC14F48-E8B7-4584-9D44-21BF93E28A4D}" srcOrd="0" destOrd="0" presId="urn:microsoft.com/office/officeart/2005/8/layout/vList3"/>
    <dgm:cxn modelId="{2017D9DB-D068-4E83-8CE2-4AC5E392C1D8}" srcId="{6CACD529-6D62-43F7-A8A1-0F6EB12EA5C2}" destId="{6183F807-D2CC-4CE1-878E-608FAACC8DA8}" srcOrd="0" destOrd="0" parTransId="{FEEE83D5-8545-4C9D-863A-53CF7916A3E4}" sibTransId="{6603F29E-470E-4D62-AD79-073E5C184933}"/>
    <dgm:cxn modelId="{CE0BE6CF-D014-4292-8504-D6E78BF7B756}" type="presOf" srcId="{6CACD529-6D62-43F7-A8A1-0F6EB12EA5C2}" destId="{2FEC6BD2-6F56-4AC0-865A-F973E1E37BAE}" srcOrd="0" destOrd="0" presId="urn:microsoft.com/office/officeart/2005/8/layout/vList3"/>
    <dgm:cxn modelId="{91D7A5E1-DF70-4762-8911-C8EC863EA65A}" type="presOf" srcId="{6183F807-D2CC-4CE1-878E-608FAACC8DA8}" destId="{FB3972CA-4277-4895-9280-AFFD8649A32E}" srcOrd="0" destOrd="0" presId="urn:microsoft.com/office/officeart/2005/8/layout/vList3"/>
    <dgm:cxn modelId="{118DD977-12A6-4B7B-AE19-23C5B72043F4}" srcId="{6CACD529-6D62-43F7-A8A1-0F6EB12EA5C2}" destId="{AF05F931-B910-442E-8575-4E7A57744692}" srcOrd="1" destOrd="0" parTransId="{14411B9F-D8F9-48D1-8F91-A0B72A9DE395}" sibTransId="{FB00A2F6-CDDA-49AA-B75E-A52CB9F0E4A6}"/>
    <dgm:cxn modelId="{3559D965-E7BE-4770-A348-576788BD241D}" type="presParOf" srcId="{2FEC6BD2-6F56-4AC0-865A-F973E1E37BAE}" destId="{D6F6E873-F791-4334-AE76-F86C269BB0E7}" srcOrd="0" destOrd="0" presId="urn:microsoft.com/office/officeart/2005/8/layout/vList3"/>
    <dgm:cxn modelId="{E128E475-2E8E-476A-AC9D-4C5374A31217}" type="presParOf" srcId="{D6F6E873-F791-4334-AE76-F86C269BB0E7}" destId="{5DC8E945-3780-41F6-B596-1F68385BF068}" srcOrd="0" destOrd="0" presId="urn:microsoft.com/office/officeart/2005/8/layout/vList3"/>
    <dgm:cxn modelId="{0AA8567F-F4D6-4CAB-B978-F288A4AB47D6}" type="presParOf" srcId="{D6F6E873-F791-4334-AE76-F86C269BB0E7}" destId="{FB3972CA-4277-4895-9280-AFFD8649A32E}" srcOrd="1" destOrd="0" presId="urn:microsoft.com/office/officeart/2005/8/layout/vList3"/>
    <dgm:cxn modelId="{1C80F505-6150-4116-B934-8C9BC29FC8BD}" type="presParOf" srcId="{2FEC6BD2-6F56-4AC0-865A-F973E1E37BAE}" destId="{383C29AB-CBCD-4F52-B2A6-620930685426}" srcOrd="1" destOrd="0" presId="urn:microsoft.com/office/officeart/2005/8/layout/vList3"/>
    <dgm:cxn modelId="{5BB708F7-C68F-4CD7-8AEA-71B37A76F139}" type="presParOf" srcId="{2FEC6BD2-6F56-4AC0-865A-F973E1E37BAE}" destId="{F9EF0358-B235-4973-B129-C031956AC303}" srcOrd="2" destOrd="0" presId="urn:microsoft.com/office/officeart/2005/8/layout/vList3"/>
    <dgm:cxn modelId="{E9AD1F97-074C-43EE-883B-A483E531BF99}" type="presParOf" srcId="{F9EF0358-B235-4973-B129-C031956AC303}" destId="{C614148D-6750-46E8-9AFD-9B30A48ACB3E}" srcOrd="0" destOrd="0" presId="urn:microsoft.com/office/officeart/2005/8/layout/vList3"/>
    <dgm:cxn modelId="{1428F7AE-680D-464B-B76E-BF4B113597F5}" type="presParOf" srcId="{F9EF0358-B235-4973-B129-C031956AC303}" destId="{7CC14F48-E8B7-4584-9D44-21BF93E28A4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3834E1AB-783E-4E55-99AF-57A79CF496F2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E7F5A0C-1BE5-4218-B804-72CE6B541D63}">
      <dgm:prSet custT="1"/>
      <dgm:spPr/>
      <dgm:t>
        <a:bodyPr/>
        <a:lstStyle/>
        <a:p>
          <a:pPr algn="just"/>
          <a:r>
            <a:rPr lang="en-IN" sz="2400" b="1" dirty="0">
              <a:solidFill>
                <a:srgbClr val="C00000"/>
              </a:solidFill>
            </a:rPr>
            <a:t>HOW TO CRAFT A STRONG VALUE PROPOSITION:</a:t>
          </a:r>
        </a:p>
      </dgm:t>
    </dgm:pt>
    <dgm:pt modelId="{CAD960AE-68A5-4C2B-BB09-B7CAC8509225}" type="parTrans" cxnId="{8AA97F43-1314-447C-BB1F-3202B29AECA0}">
      <dgm:prSet/>
      <dgm:spPr/>
      <dgm:t>
        <a:bodyPr/>
        <a:lstStyle/>
        <a:p>
          <a:endParaRPr lang="en-IN"/>
        </a:p>
      </dgm:t>
    </dgm:pt>
    <dgm:pt modelId="{5E72EFD4-2EBF-4C56-8CC3-8B21C5374BED}" type="sibTrans" cxnId="{8AA97F43-1314-447C-BB1F-3202B29AECA0}">
      <dgm:prSet/>
      <dgm:spPr/>
      <dgm:t>
        <a:bodyPr/>
        <a:lstStyle/>
        <a:p>
          <a:endParaRPr lang="en-IN"/>
        </a:p>
      </dgm:t>
    </dgm:pt>
    <dgm:pt modelId="{FB36E28C-7DBF-450B-83C0-01997586FAD5}">
      <dgm:prSet custT="1"/>
      <dgm:spPr/>
      <dgm:t>
        <a:bodyPr/>
        <a:lstStyle/>
        <a:p>
          <a:pPr algn="just"/>
          <a:r>
            <a:rPr lang="en-IN" sz="1800" b="1" dirty="0"/>
            <a:t>Identify Customer Needs</a:t>
          </a:r>
          <a:r>
            <a:rPr lang="en-IN" sz="1800" dirty="0"/>
            <a:t>: Understand the specific problems or pain points your target customers face. This involves deep research into their behaviours, preferences, and challenges.</a:t>
          </a:r>
        </a:p>
      </dgm:t>
    </dgm:pt>
    <dgm:pt modelId="{A46EB411-3CAF-4A03-89C1-7A920F71028D}" type="parTrans" cxnId="{A734D609-BDFF-44C5-BAD9-351323BDC151}">
      <dgm:prSet/>
      <dgm:spPr/>
      <dgm:t>
        <a:bodyPr/>
        <a:lstStyle/>
        <a:p>
          <a:endParaRPr lang="en-IN"/>
        </a:p>
      </dgm:t>
    </dgm:pt>
    <dgm:pt modelId="{5512E163-C9E6-4AF6-BF18-C72FBCA22047}" type="sibTrans" cxnId="{A734D609-BDFF-44C5-BAD9-351323BDC151}">
      <dgm:prSet/>
      <dgm:spPr/>
      <dgm:t>
        <a:bodyPr/>
        <a:lstStyle/>
        <a:p>
          <a:endParaRPr lang="en-IN"/>
        </a:p>
      </dgm:t>
    </dgm:pt>
    <dgm:pt modelId="{A78CC0C0-C89D-4A32-86ED-974A13674C9F}">
      <dgm:prSet custT="1"/>
      <dgm:spPr/>
      <dgm:t>
        <a:bodyPr/>
        <a:lstStyle/>
        <a:p>
          <a:pPr algn="just"/>
          <a:r>
            <a:rPr lang="en-IN" sz="1800" b="1"/>
            <a:t>Define the Product/Service Offering</a:t>
          </a:r>
          <a:r>
            <a:rPr lang="en-IN" sz="1800"/>
            <a:t>: Clearly describe what you are offering and how it addresses the identified needs. Focus on the key benefits rather than just features.</a:t>
          </a:r>
        </a:p>
      </dgm:t>
    </dgm:pt>
    <dgm:pt modelId="{3734C39E-FAA8-432B-9EA1-2E27693D9803}" type="parTrans" cxnId="{1BF6846A-87CF-4B53-8D7C-308763D372B1}">
      <dgm:prSet/>
      <dgm:spPr/>
      <dgm:t>
        <a:bodyPr/>
        <a:lstStyle/>
        <a:p>
          <a:endParaRPr lang="en-IN"/>
        </a:p>
      </dgm:t>
    </dgm:pt>
    <dgm:pt modelId="{EF515B13-BA32-4660-9551-D3948483DBBA}" type="sibTrans" cxnId="{1BF6846A-87CF-4B53-8D7C-308763D372B1}">
      <dgm:prSet/>
      <dgm:spPr/>
      <dgm:t>
        <a:bodyPr/>
        <a:lstStyle/>
        <a:p>
          <a:endParaRPr lang="en-IN"/>
        </a:p>
      </dgm:t>
    </dgm:pt>
    <dgm:pt modelId="{60041D1D-DA7C-4CB9-B27C-5EB1B1C510B7}">
      <dgm:prSet custT="1"/>
      <dgm:spPr/>
      <dgm:t>
        <a:bodyPr/>
        <a:lstStyle/>
        <a:p>
          <a:pPr algn="just"/>
          <a:r>
            <a:rPr lang="en-IN" sz="1800" b="1" dirty="0"/>
            <a:t>Highlight Differentiation</a:t>
          </a:r>
          <a:r>
            <a:rPr lang="en-IN" sz="1800" dirty="0"/>
            <a:t>: What sets your product or service apart from the competition? This could be based on innovation, quality, pricing, customer experience, or other factors.</a:t>
          </a:r>
        </a:p>
      </dgm:t>
    </dgm:pt>
    <dgm:pt modelId="{2C8A81FE-0222-4A5A-8597-89919C8A4611}" type="parTrans" cxnId="{9575AD2A-3A0C-44C1-8A5D-7FA0099FBB8A}">
      <dgm:prSet/>
      <dgm:spPr/>
      <dgm:t>
        <a:bodyPr/>
        <a:lstStyle/>
        <a:p>
          <a:endParaRPr lang="en-IN"/>
        </a:p>
      </dgm:t>
    </dgm:pt>
    <dgm:pt modelId="{F8A58811-F490-4269-82B0-2531CEC1D1BD}" type="sibTrans" cxnId="{9575AD2A-3A0C-44C1-8A5D-7FA0099FBB8A}">
      <dgm:prSet/>
      <dgm:spPr/>
      <dgm:t>
        <a:bodyPr/>
        <a:lstStyle/>
        <a:p>
          <a:endParaRPr lang="en-IN"/>
        </a:p>
      </dgm:t>
    </dgm:pt>
    <dgm:pt modelId="{390DAEF2-30D9-4641-AFEC-FDD0CAA20DFA}">
      <dgm:prSet custT="1"/>
      <dgm:spPr/>
      <dgm:t>
        <a:bodyPr/>
        <a:lstStyle/>
        <a:p>
          <a:pPr algn="just"/>
          <a:r>
            <a:rPr lang="en-IN" sz="1800" b="1"/>
            <a:t>Communicate Value</a:t>
          </a:r>
          <a:r>
            <a:rPr lang="en-IN" sz="1800"/>
            <a:t>: Explain the tangible and intangible benefits customers will gain from using your product or service. This could include cost savings, improved efficiency, enhanced convenience, or superior performance.</a:t>
          </a:r>
        </a:p>
      </dgm:t>
    </dgm:pt>
    <dgm:pt modelId="{2A8EA683-F663-4A78-8897-C02F2C4C592F}" type="parTrans" cxnId="{F368CB4C-6B4E-4E23-9CB5-65B1A9149197}">
      <dgm:prSet/>
      <dgm:spPr/>
      <dgm:t>
        <a:bodyPr/>
        <a:lstStyle/>
        <a:p>
          <a:endParaRPr lang="en-IN"/>
        </a:p>
      </dgm:t>
    </dgm:pt>
    <dgm:pt modelId="{C958BD5B-1765-4868-9E3A-CBD568DB8A4E}" type="sibTrans" cxnId="{F368CB4C-6B4E-4E23-9CB5-65B1A9149197}">
      <dgm:prSet/>
      <dgm:spPr/>
      <dgm:t>
        <a:bodyPr/>
        <a:lstStyle/>
        <a:p>
          <a:endParaRPr lang="en-IN"/>
        </a:p>
      </dgm:t>
    </dgm:pt>
    <dgm:pt modelId="{0F736935-730E-4E12-ADD7-87A1FCBC7A30}">
      <dgm:prSet custT="1"/>
      <dgm:spPr/>
      <dgm:t>
        <a:bodyPr/>
        <a:lstStyle/>
        <a:p>
          <a:pPr algn="just"/>
          <a:r>
            <a:rPr lang="en-IN" sz="1800" b="1"/>
            <a:t>Concise and Clear Statement</a:t>
          </a:r>
          <a:r>
            <a:rPr lang="en-IN" sz="1800"/>
            <a:t>: The value proposition should be a brief, compelling statement that quickly communicates the unique value of your offering.</a:t>
          </a:r>
        </a:p>
      </dgm:t>
    </dgm:pt>
    <dgm:pt modelId="{6820BBA7-85A5-4374-86E8-CE4F2C6BA65A}" type="parTrans" cxnId="{B141DAB4-87B0-4EDB-8D34-32CA71B932CF}">
      <dgm:prSet/>
      <dgm:spPr/>
      <dgm:t>
        <a:bodyPr/>
        <a:lstStyle/>
        <a:p>
          <a:endParaRPr lang="en-IN"/>
        </a:p>
      </dgm:t>
    </dgm:pt>
    <dgm:pt modelId="{E2B3ECB7-8F81-47B9-907F-99D05EBC6B79}" type="sibTrans" cxnId="{B141DAB4-87B0-4EDB-8D34-32CA71B932CF}">
      <dgm:prSet/>
      <dgm:spPr/>
      <dgm:t>
        <a:bodyPr/>
        <a:lstStyle/>
        <a:p>
          <a:endParaRPr lang="en-IN"/>
        </a:p>
      </dgm:t>
    </dgm:pt>
    <dgm:pt modelId="{69F3157A-151B-43F6-996F-DF93ED881AF0}" type="pres">
      <dgm:prSet presAssocID="{3834E1AB-783E-4E55-99AF-57A79CF496F2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1B427EA-8D15-4958-A3F7-AF1BE31FBB5F}" type="pres">
      <dgm:prSet presAssocID="{6E7F5A0C-1BE5-4218-B804-72CE6B541D63}" presName="circ1" presStyleLbl="vennNode1" presStyleIdx="0" presStyleCnt="6"/>
      <dgm:spPr/>
    </dgm:pt>
    <dgm:pt modelId="{349EA92F-027C-4532-A2DE-82D83E2EB54D}" type="pres">
      <dgm:prSet presAssocID="{6E7F5A0C-1BE5-4218-B804-72CE6B541D63}" presName="circ1Tx" presStyleLbl="revTx" presStyleIdx="0" presStyleCnt="0" custScaleX="325566" custScaleY="46810" custLinFactNeighborX="3495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FE889E-E906-4970-828C-ED11BDE16887}" type="pres">
      <dgm:prSet presAssocID="{FB36E28C-7DBF-450B-83C0-01997586FAD5}" presName="circ2" presStyleLbl="vennNode1" presStyleIdx="1" presStyleCnt="6"/>
      <dgm:spPr/>
    </dgm:pt>
    <dgm:pt modelId="{B2521091-7EA6-4200-BA34-9908A16A0557}" type="pres">
      <dgm:prSet presAssocID="{FB36E28C-7DBF-450B-83C0-01997586FAD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7A5FD1-048B-4F78-A1C5-E0039DD37DBD}" type="pres">
      <dgm:prSet presAssocID="{A78CC0C0-C89D-4A32-86ED-974A13674C9F}" presName="circ3" presStyleLbl="vennNode1" presStyleIdx="2" presStyleCnt="6"/>
      <dgm:spPr/>
    </dgm:pt>
    <dgm:pt modelId="{DD465BDD-745B-4A4E-AD0D-28A8FFBC0B76}" type="pres">
      <dgm:prSet presAssocID="{A78CC0C0-C89D-4A32-86ED-974A13674C9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9C3A97-F518-4E15-919B-B7A0C8FE8945}" type="pres">
      <dgm:prSet presAssocID="{60041D1D-DA7C-4CB9-B27C-5EB1B1C510B7}" presName="circ4" presStyleLbl="vennNode1" presStyleIdx="3" presStyleCnt="6"/>
      <dgm:spPr/>
    </dgm:pt>
    <dgm:pt modelId="{E4DE1F43-0E27-4E8D-9157-FD836642DDAD}" type="pres">
      <dgm:prSet presAssocID="{60041D1D-DA7C-4CB9-B27C-5EB1B1C510B7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19B4AB-6863-48C0-912A-4E96EDC2F495}" type="pres">
      <dgm:prSet presAssocID="{390DAEF2-30D9-4641-AFEC-FDD0CAA20DFA}" presName="circ5" presStyleLbl="vennNode1" presStyleIdx="4" presStyleCnt="6"/>
      <dgm:spPr/>
    </dgm:pt>
    <dgm:pt modelId="{5817353A-04BF-4005-A872-8471A8420E4F}" type="pres">
      <dgm:prSet presAssocID="{390DAEF2-30D9-4641-AFEC-FDD0CAA20DFA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54EA3C-A0A8-41C5-A64C-CED8FDE2E29A}" type="pres">
      <dgm:prSet presAssocID="{0F736935-730E-4E12-ADD7-87A1FCBC7A30}" presName="circ6" presStyleLbl="vennNode1" presStyleIdx="5" presStyleCnt="6"/>
      <dgm:spPr/>
    </dgm:pt>
    <dgm:pt modelId="{0E027E39-881F-43B6-BEE6-B266B2239ECE}" type="pres">
      <dgm:prSet presAssocID="{0F736935-730E-4E12-ADD7-87A1FCBC7A30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734D609-BDFF-44C5-BAD9-351323BDC151}" srcId="{3834E1AB-783E-4E55-99AF-57A79CF496F2}" destId="{FB36E28C-7DBF-450B-83C0-01997586FAD5}" srcOrd="1" destOrd="0" parTransId="{A46EB411-3CAF-4A03-89C1-7A920F71028D}" sibTransId="{5512E163-C9E6-4AF6-BF18-C72FBCA22047}"/>
    <dgm:cxn modelId="{C7C958C1-01F7-495E-BD15-0F612B0CD716}" type="presOf" srcId="{3834E1AB-783E-4E55-99AF-57A79CF496F2}" destId="{69F3157A-151B-43F6-996F-DF93ED881AF0}" srcOrd="0" destOrd="0" presId="urn:microsoft.com/office/officeart/2005/8/layout/venn1"/>
    <dgm:cxn modelId="{7654AFE6-8E41-48F6-88D3-1EF7DE191ADB}" type="presOf" srcId="{60041D1D-DA7C-4CB9-B27C-5EB1B1C510B7}" destId="{E4DE1F43-0E27-4E8D-9157-FD836642DDAD}" srcOrd="0" destOrd="0" presId="urn:microsoft.com/office/officeart/2005/8/layout/venn1"/>
    <dgm:cxn modelId="{9575AD2A-3A0C-44C1-8A5D-7FA0099FBB8A}" srcId="{3834E1AB-783E-4E55-99AF-57A79CF496F2}" destId="{60041D1D-DA7C-4CB9-B27C-5EB1B1C510B7}" srcOrd="3" destOrd="0" parTransId="{2C8A81FE-0222-4A5A-8597-89919C8A4611}" sibTransId="{F8A58811-F490-4269-82B0-2531CEC1D1BD}"/>
    <dgm:cxn modelId="{B141DAB4-87B0-4EDB-8D34-32CA71B932CF}" srcId="{3834E1AB-783E-4E55-99AF-57A79CF496F2}" destId="{0F736935-730E-4E12-ADD7-87A1FCBC7A30}" srcOrd="5" destOrd="0" parTransId="{6820BBA7-85A5-4374-86E8-CE4F2C6BA65A}" sibTransId="{E2B3ECB7-8F81-47B9-907F-99D05EBC6B79}"/>
    <dgm:cxn modelId="{1BF6846A-87CF-4B53-8D7C-308763D372B1}" srcId="{3834E1AB-783E-4E55-99AF-57A79CF496F2}" destId="{A78CC0C0-C89D-4A32-86ED-974A13674C9F}" srcOrd="2" destOrd="0" parTransId="{3734C39E-FAA8-432B-9EA1-2E27693D9803}" sibTransId="{EF515B13-BA32-4660-9551-D3948483DBBA}"/>
    <dgm:cxn modelId="{EF7735DE-57A8-4D9D-B98D-FD28E484D68E}" type="presOf" srcId="{0F736935-730E-4E12-ADD7-87A1FCBC7A30}" destId="{0E027E39-881F-43B6-BEE6-B266B2239ECE}" srcOrd="0" destOrd="0" presId="urn:microsoft.com/office/officeart/2005/8/layout/venn1"/>
    <dgm:cxn modelId="{59AD7102-566F-4F10-B38B-3FAAF76CAD11}" type="presOf" srcId="{FB36E28C-7DBF-450B-83C0-01997586FAD5}" destId="{B2521091-7EA6-4200-BA34-9908A16A0557}" srcOrd="0" destOrd="0" presId="urn:microsoft.com/office/officeart/2005/8/layout/venn1"/>
    <dgm:cxn modelId="{8AA97F43-1314-447C-BB1F-3202B29AECA0}" srcId="{3834E1AB-783E-4E55-99AF-57A79CF496F2}" destId="{6E7F5A0C-1BE5-4218-B804-72CE6B541D63}" srcOrd="0" destOrd="0" parTransId="{CAD960AE-68A5-4C2B-BB09-B7CAC8509225}" sibTransId="{5E72EFD4-2EBF-4C56-8CC3-8B21C5374BED}"/>
    <dgm:cxn modelId="{88A28B95-CD5A-42A0-964A-25139CAEE91D}" type="presOf" srcId="{6E7F5A0C-1BE5-4218-B804-72CE6B541D63}" destId="{349EA92F-027C-4532-A2DE-82D83E2EB54D}" srcOrd="0" destOrd="0" presId="urn:microsoft.com/office/officeart/2005/8/layout/venn1"/>
    <dgm:cxn modelId="{5AEBACF4-8306-4809-874A-CE0A790B1448}" type="presOf" srcId="{390DAEF2-30D9-4641-AFEC-FDD0CAA20DFA}" destId="{5817353A-04BF-4005-A872-8471A8420E4F}" srcOrd="0" destOrd="0" presId="urn:microsoft.com/office/officeart/2005/8/layout/venn1"/>
    <dgm:cxn modelId="{F368CB4C-6B4E-4E23-9CB5-65B1A9149197}" srcId="{3834E1AB-783E-4E55-99AF-57A79CF496F2}" destId="{390DAEF2-30D9-4641-AFEC-FDD0CAA20DFA}" srcOrd="4" destOrd="0" parTransId="{2A8EA683-F663-4A78-8897-C02F2C4C592F}" sibTransId="{C958BD5B-1765-4868-9E3A-CBD568DB8A4E}"/>
    <dgm:cxn modelId="{E6E0F07D-B311-4A9A-A4AE-8987FE052137}" type="presOf" srcId="{A78CC0C0-C89D-4A32-86ED-974A13674C9F}" destId="{DD465BDD-745B-4A4E-AD0D-28A8FFBC0B76}" srcOrd="0" destOrd="0" presId="urn:microsoft.com/office/officeart/2005/8/layout/venn1"/>
    <dgm:cxn modelId="{5F77C69A-C162-498E-8D76-DCCCBAC7D1C1}" type="presParOf" srcId="{69F3157A-151B-43F6-996F-DF93ED881AF0}" destId="{71B427EA-8D15-4958-A3F7-AF1BE31FBB5F}" srcOrd="0" destOrd="0" presId="urn:microsoft.com/office/officeart/2005/8/layout/venn1"/>
    <dgm:cxn modelId="{0CFDA38F-3A38-4579-B89C-20068978EFD3}" type="presParOf" srcId="{69F3157A-151B-43F6-996F-DF93ED881AF0}" destId="{349EA92F-027C-4532-A2DE-82D83E2EB54D}" srcOrd="1" destOrd="0" presId="urn:microsoft.com/office/officeart/2005/8/layout/venn1"/>
    <dgm:cxn modelId="{FFC2DD31-CE46-4A8D-AF86-6796EC4488E9}" type="presParOf" srcId="{69F3157A-151B-43F6-996F-DF93ED881AF0}" destId="{72FE889E-E906-4970-828C-ED11BDE16887}" srcOrd="2" destOrd="0" presId="urn:microsoft.com/office/officeart/2005/8/layout/venn1"/>
    <dgm:cxn modelId="{55465053-1FA5-4D1D-8010-9C433D6BA49B}" type="presParOf" srcId="{69F3157A-151B-43F6-996F-DF93ED881AF0}" destId="{B2521091-7EA6-4200-BA34-9908A16A0557}" srcOrd="3" destOrd="0" presId="urn:microsoft.com/office/officeart/2005/8/layout/venn1"/>
    <dgm:cxn modelId="{8BAD8E1A-C5C1-402C-822D-C8C34F44F040}" type="presParOf" srcId="{69F3157A-151B-43F6-996F-DF93ED881AF0}" destId="{F17A5FD1-048B-4F78-A1C5-E0039DD37DBD}" srcOrd="4" destOrd="0" presId="urn:microsoft.com/office/officeart/2005/8/layout/venn1"/>
    <dgm:cxn modelId="{3C19EC03-0106-495C-AA69-E9ABA5D84FB3}" type="presParOf" srcId="{69F3157A-151B-43F6-996F-DF93ED881AF0}" destId="{DD465BDD-745B-4A4E-AD0D-28A8FFBC0B76}" srcOrd="5" destOrd="0" presId="urn:microsoft.com/office/officeart/2005/8/layout/venn1"/>
    <dgm:cxn modelId="{4CC62435-0BEB-42D3-878B-987BD63786C2}" type="presParOf" srcId="{69F3157A-151B-43F6-996F-DF93ED881AF0}" destId="{1C9C3A97-F518-4E15-919B-B7A0C8FE8945}" srcOrd="6" destOrd="0" presId="urn:microsoft.com/office/officeart/2005/8/layout/venn1"/>
    <dgm:cxn modelId="{A6B64D3A-69B4-4DA1-84A7-4C9D7E003B9D}" type="presParOf" srcId="{69F3157A-151B-43F6-996F-DF93ED881AF0}" destId="{E4DE1F43-0E27-4E8D-9157-FD836642DDAD}" srcOrd="7" destOrd="0" presId="urn:microsoft.com/office/officeart/2005/8/layout/venn1"/>
    <dgm:cxn modelId="{9EF17F1E-3EA7-45E0-B19A-64E3DF0C7448}" type="presParOf" srcId="{69F3157A-151B-43F6-996F-DF93ED881AF0}" destId="{D219B4AB-6863-48C0-912A-4E96EDC2F495}" srcOrd="8" destOrd="0" presId="urn:microsoft.com/office/officeart/2005/8/layout/venn1"/>
    <dgm:cxn modelId="{BF4A5954-71D0-4E81-B737-163D28837B24}" type="presParOf" srcId="{69F3157A-151B-43F6-996F-DF93ED881AF0}" destId="{5817353A-04BF-4005-A872-8471A8420E4F}" srcOrd="9" destOrd="0" presId="urn:microsoft.com/office/officeart/2005/8/layout/venn1"/>
    <dgm:cxn modelId="{083413E5-2EB6-4344-B2F2-6F69B31A14EB}" type="presParOf" srcId="{69F3157A-151B-43F6-996F-DF93ED881AF0}" destId="{0F54EA3C-A0A8-41C5-A64C-CED8FDE2E29A}" srcOrd="10" destOrd="0" presId="urn:microsoft.com/office/officeart/2005/8/layout/venn1"/>
    <dgm:cxn modelId="{CF559C7C-E175-4207-86BA-D31326BED84D}" type="presParOf" srcId="{69F3157A-151B-43F6-996F-DF93ED881AF0}" destId="{0E027E39-881F-43B6-BEE6-B266B2239ECE}" srcOrd="11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D19C580-4A11-45BC-987E-FC38E5ADBEE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58C0493-6937-46B6-BE8D-79048696BAE2}">
      <dgm:prSet/>
      <dgm:spPr/>
      <dgm:t>
        <a:bodyPr/>
        <a:lstStyle/>
        <a:p>
          <a:pPr algn="l"/>
          <a:r>
            <a:rPr lang="en-IN" b="1" dirty="0"/>
            <a:t>Conducting a market analysis can benefit you in several ways:</a:t>
          </a:r>
          <a:endParaRPr lang="en-IN" dirty="0"/>
        </a:p>
      </dgm:t>
    </dgm:pt>
    <dgm:pt modelId="{667A7F8D-F20E-46C2-ABEF-D9771C790F32}" type="parTrans" cxnId="{86357570-D1E4-4587-AF62-83CD9A44702F}">
      <dgm:prSet/>
      <dgm:spPr/>
      <dgm:t>
        <a:bodyPr/>
        <a:lstStyle/>
        <a:p>
          <a:endParaRPr lang="en-IN"/>
        </a:p>
      </dgm:t>
    </dgm:pt>
    <dgm:pt modelId="{D5244D13-4AFC-4966-A9F3-C5D53108D563}" type="sibTrans" cxnId="{86357570-D1E4-4587-AF62-83CD9A44702F}">
      <dgm:prSet/>
      <dgm:spPr/>
      <dgm:t>
        <a:bodyPr/>
        <a:lstStyle/>
        <a:p>
          <a:endParaRPr lang="en-IN"/>
        </a:p>
      </dgm:t>
    </dgm:pt>
    <dgm:pt modelId="{397A5E97-42C4-4555-B4CF-0A752E30AA20}">
      <dgm:prSet/>
      <dgm:spPr/>
      <dgm:t>
        <a:bodyPr/>
        <a:lstStyle/>
        <a:p>
          <a:pPr algn="just"/>
          <a:r>
            <a:rPr lang="en-IN" b="1" dirty="0"/>
            <a:t>Spot Trends and Opportunities in Your Industry</a:t>
          </a:r>
          <a:r>
            <a:rPr lang="en-IN" dirty="0"/>
            <a:t>: Identify emerging trends and market opportunities to stay ahead of the competition.</a:t>
          </a:r>
        </a:p>
      </dgm:t>
    </dgm:pt>
    <dgm:pt modelId="{10D7B0DA-BEB6-4EEA-BFEA-4D736663539D}" type="parTrans" cxnId="{27425908-3156-47D6-9A77-19F685151CD4}">
      <dgm:prSet/>
      <dgm:spPr/>
      <dgm:t>
        <a:bodyPr/>
        <a:lstStyle/>
        <a:p>
          <a:endParaRPr lang="en-IN"/>
        </a:p>
      </dgm:t>
    </dgm:pt>
    <dgm:pt modelId="{30D4EF10-A758-494D-B2DB-1F62D75D5D4C}" type="sibTrans" cxnId="{27425908-3156-47D6-9A77-19F685151CD4}">
      <dgm:prSet/>
      <dgm:spPr/>
      <dgm:t>
        <a:bodyPr/>
        <a:lstStyle/>
        <a:p>
          <a:endParaRPr lang="en-IN"/>
        </a:p>
      </dgm:t>
    </dgm:pt>
    <dgm:pt modelId="{1C6DAE3F-7FFA-4CAA-A6D9-13BA66A4EC44}">
      <dgm:prSet/>
      <dgm:spPr/>
      <dgm:t>
        <a:bodyPr/>
        <a:lstStyle/>
        <a:p>
          <a:pPr algn="just"/>
          <a:r>
            <a:rPr lang="en-IN" b="1" dirty="0"/>
            <a:t>Differentiate Your Business from Competitors</a:t>
          </a:r>
          <a:r>
            <a:rPr lang="en-IN" dirty="0"/>
            <a:t>: Understand the competitive landscape and find ways to make your business stand out.</a:t>
          </a:r>
        </a:p>
      </dgm:t>
    </dgm:pt>
    <dgm:pt modelId="{850E4BAF-871B-43E0-9B1B-4BF9C61CADF7}" type="sibTrans" cxnId="{99514D72-5DF8-441F-B754-D503B6B15AC0}">
      <dgm:prSet/>
      <dgm:spPr/>
      <dgm:t>
        <a:bodyPr/>
        <a:lstStyle/>
        <a:p>
          <a:endParaRPr lang="en-IN"/>
        </a:p>
      </dgm:t>
    </dgm:pt>
    <dgm:pt modelId="{41727E35-CD54-47DB-AA1C-AC6410300D5D}" type="parTrans" cxnId="{99514D72-5DF8-441F-B754-D503B6B15AC0}">
      <dgm:prSet/>
      <dgm:spPr/>
      <dgm:t>
        <a:bodyPr/>
        <a:lstStyle/>
        <a:p>
          <a:endParaRPr lang="en-IN"/>
        </a:p>
      </dgm:t>
    </dgm:pt>
    <dgm:pt modelId="{1707B8A4-00B7-4D16-B547-0621CE97FCCE}">
      <dgm:prSet/>
      <dgm:spPr/>
      <dgm:t>
        <a:bodyPr/>
        <a:lstStyle/>
        <a:p>
          <a:pPr algn="just"/>
          <a:r>
            <a:rPr lang="en-IN" b="1" dirty="0"/>
            <a:t>Tailor Products and Services to Your Target Customers' Needs</a:t>
          </a:r>
          <a:r>
            <a:rPr lang="en-IN" dirty="0"/>
            <a:t>: Customize your offerings to better meet the specific needs and preferences of your target market.</a:t>
          </a:r>
        </a:p>
      </dgm:t>
    </dgm:pt>
    <dgm:pt modelId="{FB08DA2A-02DD-4E6C-B771-FEDBFC42DAFA}" type="sibTrans" cxnId="{0839153B-56D6-427C-82E4-F5B440E7D015}">
      <dgm:prSet/>
      <dgm:spPr/>
      <dgm:t>
        <a:bodyPr/>
        <a:lstStyle/>
        <a:p>
          <a:endParaRPr lang="en-IN"/>
        </a:p>
      </dgm:t>
    </dgm:pt>
    <dgm:pt modelId="{DDB81E04-0183-43B2-84E3-5B93A442DB39}" type="parTrans" cxnId="{0839153B-56D6-427C-82E4-F5B440E7D015}">
      <dgm:prSet/>
      <dgm:spPr/>
      <dgm:t>
        <a:bodyPr/>
        <a:lstStyle/>
        <a:p>
          <a:endParaRPr lang="en-IN"/>
        </a:p>
      </dgm:t>
    </dgm:pt>
    <dgm:pt modelId="{EAD5B682-D434-46EA-A8CC-8E61DFC0AFC7}">
      <dgm:prSet/>
      <dgm:spPr/>
      <dgm:t>
        <a:bodyPr/>
        <a:lstStyle/>
        <a:p>
          <a:pPr algn="just"/>
          <a:r>
            <a:rPr lang="en-IN" b="1" dirty="0"/>
            <a:t>Reduce the Risks and Costs of Launching a New Business (or Pivoting an Existing One)</a:t>
          </a:r>
          <a:r>
            <a:rPr lang="en-IN" dirty="0"/>
            <a:t>: Make informed decisions that minimize risks and avoid costly mistakes when entering new markets or pivoting.</a:t>
          </a:r>
        </a:p>
      </dgm:t>
    </dgm:pt>
    <dgm:pt modelId="{98562839-F661-4094-BABF-B3683F45DDDE}" type="sibTrans" cxnId="{0F2027B6-59E4-4698-8B92-192E8F2B312E}">
      <dgm:prSet/>
      <dgm:spPr/>
      <dgm:t>
        <a:bodyPr/>
        <a:lstStyle/>
        <a:p>
          <a:endParaRPr lang="en-IN"/>
        </a:p>
      </dgm:t>
    </dgm:pt>
    <dgm:pt modelId="{A0C66995-10C4-41BB-AB0E-ADD9E026D2A0}" type="parTrans" cxnId="{0F2027B6-59E4-4698-8B92-192E8F2B312E}">
      <dgm:prSet/>
      <dgm:spPr/>
      <dgm:t>
        <a:bodyPr/>
        <a:lstStyle/>
        <a:p>
          <a:endParaRPr lang="en-IN"/>
        </a:p>
      </dgm:t>
    </dgm:pt>
    <dgm:pt modelId="{5657546E-05A0-495E-95ED-6402B8A09CF3}">
      <dgm:prSet/>
      <dgm:spPr/>
      <dgm:t>
        <a:bodyPr/>
        <a:lstStyle/>
        <a:p>
          <a:pPr algn="just"/>
          <a:r>
            <a:rPr lang="en-IN" b="1" dirty="0"/>
            <a:t>Reach New Market Segments</a:t>
          </a:r>
          <a:r>
            <a:rPr lang="en-IN" dirty="0"/>
            <a:t>: Identify and expand into new customer segments, increasing your market reach.</a:t>
          </a:r>
        </a:p>
      </dgm:t>
    </dgm:pt>
    <dgm:pt modelId="{714DB33E-04C6-406D-B7F1-2919BD2AEE5C}" type="sibTrans" cxnId="{C502E16F-989D-4C58-A458-FAF901C2BF4E}">
      <dgm:prSet/>
      <dgm:spPr/>
      <dgm:t>
        <a:bodyPr/>
        <a:lstStyle/>
        <a:p>
          <a:endParaRPr lang="en-IN"/>
        </a:p>
      </dgm:t>
    </dgm:pt>
    <dgm:pt modelId="{22B964CB-0984-43EF-ACB5-8F5B1F345263}" type="parTrans" cxnId="{C502E16F-989D-4C58-A458-FAF901C2BF4E}">
      <dgm:prSet/>
      <dgm:spPr/>
      <dgm:t>
        <a:bodyPr/>
        <a:lstStyle/>
        <a:p>
          <a:endParaRPr lang="en-IN"/>
        </a:p>
      </dgm:t>
    </dgm:pt>
    <dgm:pt modelId="{53678410-573B-4ACB-8B29-CA0E153642B3}">
      <dgm:prSet/>
      <dgm:spPr/>
      <dgm:t>
        <a:bodyPr/>
        <a:lstStyle/>
        <a:p>
          <a:pPr algn="just"/>
          <a:r>
            <a:rPr lang="en-IN" b="1" dirty="0"/>
            <a:t>Optimize Your Marketing Efforts</a:t>
          </a:r>
          <a:r>
            <a:rPr lang="en-IN" dirty="0"/>
            <a:t>: Focus your marketing strategies on the most promising areas, improving efficiency and effectiveness.</a:t>
          </a:r>
        </a:p>
      </dgm:t>
    </dgm:pt>
    <dgm:pt modelId="{A27F267A-7193-4B32-BD89-7E8B8F45CB66}" type="sibTrans" cxnId="{5B1A60E4-3427-42D5-98B3-541C1C465B25}">
      <dgm:prSet/>
      <dgm:spPr/>
      <dgm:t>
        <a:bodyPr/>
        <a:lstStyle/>
        <a:p>
          <a:endParaRPr lang="en-IN"/>
        </a:p>
      </dgm:t>
    </dgm:pt>
    <dgm:pt modelId="{CE31EF85-AF04-406D-A6FF-490622D54B5F}" type="parTrans" cxnId="{5B1A60E4-3427-42D5-98B3-541C1C465B25}">
      <dgm:prSet/>
      <dgm:spPr/>
      <dgm:t>
        <a:bodyPr/>
        <a:lstStyle/>
        <a:p>
          <a:endParaRPr lang="en-IN"/>
        </a:p>
      </dgm:t>
    </dgm:pt>
    <dgm:pt modelId="{5DD6FE58-42C0-4189-BECD-E496A99CE19F}">
      <dgm:prSet/>
      <dgm:spPr/>
      <dgm:t>
        <a:bodyPr/>
        <a:lstStyle/>
        <a:p>
          <a:pPr algn="just"/>
          <a:r>
            <a:rPr lang="en-IN" b="1" dirty="0"/>
            <a:t>Analyse Successes and Failures</a:t>
          </a:r>
          <a:r>
            <a:rPr lang="en-IN" dirty="0"/>
            <a:t>: Learn from past performance to improve future outcomes and avoid repeating mistakes.</a:t>
          </a:r>
        </a:p>
      </dgm:t>
    </dgm:pt>
    <dgm:pt modelId="{C4361E23-FCDE-4613-879F-532145A5A10A}" type="sibTrans" cxnId="{2F227839-E9C5-4E73-B97D-AF965AE65104}">
      <dgm:prSet/>
      <dgm:spPr/>
      <dgm:t>
        <a:bodyPr/>
        <a:lstStyle/>
        <a:p>
          <a:endParaRPr lang="en-IN"/>
        </a:p>
      </dgm:t>
    </dgm:pt>
    <dgm:pt modelId="{AC45E7C2-7233-4B97-972D-7488D80FE921}" type="parTrans" cxnId="{2F227839-E9C5-4E73-B97D-AF965AE65104}">
      <dgm:prSet/>
      <dgm:spPr/>
      <dgm:t>
        <a:bodyPr/>
        <a:lstStyle/>
        <a:p>
          <a:endParaRPr lang="en-IN"/>
        </a:p>
      </dgm:t>
    </dgm:pt>
    <dgm:pt modelId="{D8C1B182-0E47-46AA-BBA5-F7DFA44C3B83}">
      <dgm:prSet/>
      <dgm:spPr/>
      <dgm:t>
        <a:bodyPr/>
        <a:lstStyle/>
        <a:p>
          <a:pPr algn="just"/>
          <a:r>
            <a:rPr lang="en-IN" b="1" dirty="0"/>
            <a:t>Monitor Your Business's Performance</a:t>
          </a:r>
          <a:r>
            <a:rPr lang="en-IN" dirty="0"/>
            <a:t>: Continuously track and evaluate your business’s progress to ensure it aligns with your goals.</a:t>
          </a:r>
        </a:p>
      </dgm:t>
    </dgm:pt>
    <dgm:pt modelId="{3A3ECDDC-71FE-4871-A7C2-DAEE750BE2EC}" type="sibTrans" cxnId="{2EB630B1-EDFE-4FCD-8341-8E0C8EB52293}">
      <dgm:prSet/>
      <dgm:spPr/>
      <dgm:t>
        <a:bodyPr/>
        <a:lstStyle/>
        <a:p>
          <a:endParaRPr lang="en-IN"/>
        </a:p>
      </dgm:t>
    </dgm:pt>
    <dgm:pt modelId="{ED8D9ED5-B7DD-4B70-8DD0-C84B2384456B}" type="parTrans" cxnId="{2EB630B1-EDFE-4FCD-8341-8E0C8EB52293}">
      <dgm:prSet/>
      <dgm:spPr/>
      <dgm:t>
        <a:bodyPr/>
        <a:lstStyle/>
        <a:p>
          <a:endParaRPr lang="en-IN"/>
        </a:p>
      </dgm:t>
    </dgm:pt>
    <dgm:pt modelId="{D33FD5DD-AC91-4F3C-AF2A-6661C5C3B264}">
      <dgm:prSet/>
      <dgm:spPr/>
      <dgm:t>
        <a:bodyPr/>
        <a:lstStyle/>
        <a:p>
          <a:pPr algn="just"/>
          <a:r>
            <a:rPr lang="en-IN" b="1" dirty="0"/>
            <a:t>Pivot Your Business in New Directions</a:t>
          </a:r>
          <a:r>
            <a:rPr lang="en-IN" dirty="0"/>
            <a:t>: Use insights from the analysis to adapt and explore new directions for growth and innovation.</a:t>
          </a:r>
        </a:p>
      </dgm:t>
    </dgm:pt>
    <dgm:pt modelId="{3E1F8E3F-110E-4B99-BC3E-E53FFCA433F6}" type="sibTrans" cxnId="{47A27CCB-1C88-4FF9-881E-1F9814E9B6C0}">
      <dgm:prSet/>
      <dgm:spPr/>
      <dgm:t>
        <a:bodyPr/>
        <a:lstStyle/>
        <a:p>
          <a:endParaRPr lang="en-IN"/>
        </a:p>
      </dgm:t>
    </dgm:pt>
    <dgm:pt modelId="{95AFA335-6DE2-4242-8C49-EA98ECE11BBF}" type="parTrans" cxnId="{47A27CCB-1C88-4FF9-881E-1F9814E9B6C0}">
      <dgm:prSet/>
      <dgm:spPr/>
      <dgm:t>
        <a:bodyPr/>
        <a:lstStyle/>
        <a:p>
          <a:endParaRPr lang="en-IN"/>
        </a:p>
      </dgm:t>
    </dgm:pt>
    <dgm:pt modelId="{F3A34076-8130-4FC6-8300-33F7C1B511ED}" type="pres">
      <dgm:prSet presAssocID="{7D19C580-4A11-45BC-987E-FC38E5ADBEE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468A72-52C5-4E62-8F33-13243AF21B91}" type="pres">
      <dgm:prSet presAssocID="{458C0493-6937-46B6-BE8D-79048696BAE2}" presName="composite" presStyleCnt="0"/>
      <dgm:spPr/>
    </dgm:pt>
    <dgm:pt modelId="{B4C33389-4F3E-4B56-AE28-286523BB06B8}" type="pres">
      <dgm:prSet presAssocID="{458C0493-6937-46B6-BE8D-79048696BAE2}" presName="imgShp" presStyleLbl="fgImgPlace1" presStyleIdx="0" presStyleCnt="1" custLinFactNeighborX="-11353" custLinFactNeighborY="658"/>
      <dgm:spPr>
        <a:blipFill rotWithShape="1">
          <a:blip xmlns:r="http://schemas.openxmlformats.org/officeDocument/2006/relationships" r:embed="rId1"/>
          <a:srcRect/>
          <a:stretch>
            <a:fillRect l="-62000" r="-62000"/>
          </a:stretch>
        </a:blipFill>
      </dgm:spPr>
    </dgm:pt>
    <dgm:pt modelId="{ECABBEDF-B3B2-4D7C-BE06-C4174ACAD823}" type="pres">
      <dgm:prSet presAssocID="{458C0493-6937-46B6-BE8D-79048696BAE2}" presName="txShp" presStyleLbl="node1" presStyleIdx="0" presStyleCnt="1" custScaleX="136289" custScaleY="1581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50EF7C-DABF-43F7-B86F-B6721BD38A74}" type="presOf" srcId="{7D19C580-4A11-45BC-987E-FC38E5ADBEE2}" destId="{F3A34076-8130-4FC6-8300-33F7C1B511ED}" srcOrd="0" destOrd="0" presId="urn:microsoft.com/office/officeart/2005/8/layout/vList3"/>
    <dgm:cxn modelId="{99514D72-5DF8-441F-B754-D503B6B15AC0}" srcId="{458C0493-6937-46B6-BE8D-79048696BAE2}" destId="{1C6DAE3F-7FFA-4CAA-A6D9-13BA66A4EC44}" srcOrd="1" destOrd="0" parTransId="{41727E35-CD54-47DB-AA1C-AC6410300D5D}" sibTransId="{850E4BAF-871B-43E0-9B1B-4BF9C61CADF7}"/>
    <dgm:cxn modelId="{2F227839-E9C5-4E73-B97D-AF965AE65104}" srcId="{458C0493-6937-46B6-BE8D-79048696BAE2}" destId="{5DD6FE58-42C0-4189-BECD-E496A99CE19F}" srcOrd="6" destOrd="0" parTransId="{AC45E7C2-7233-4B97-972D-7488D80FE921}" sibTransId="{C4361E23-FCDE-4613-879F-532145A5A10A}"/>
    <dgm:cxn modelId="{D2BB2B7A-CFE6-4AB6-9FEC-5A885C60EBF3}" type="presOf" srcId="{53678410-573B-4ACB-8B29-CA0E153642B3}" destId="{ECABBEDF-B3B2-4D7C-BE06-C4174ACAD823}" srcOrd="0" destOrd="6" presId="urn:microsoft.com/office/officeart/2005/8/layout/vList3"/>
    <dgm:cxn modelId="{86357570-D1E4-4587-AF62-83CD9A44702F}" srcId="{7D19C580-4A11-45BC-987E-FC38E5ADBEE2}" destId="{458C0493-6937-46B6-BE8D-79048696BAE2}" srcOrd="0" destOrd="0" parTransId="{667A7F8D-F20E-46C2-ABEF-D9771C790F32}" sibTransId="{D5244D13-4AFC-4966-A9F3-C5D53108D563}"/>
    <dgm:cxn modelId="{0839153B-56D6-427C-82E4-F5B440E7D015}" srcId="{458C0493-6937-46B6-BE8D-79048696BAE2}" destId="{1707B8A4-00B7-4D16-B547-0621CE97FCCE}" srcOrd="2" destOrd="0" parTransId="{DDB81E04-0183-43B2-84E3-5B93A442DB39}" sibTransId="{FB08DA2A-02DD-4E6C-B771-FEDBFC42DAFA}"/>
    <dgm:cxn modelId="{B4CEEC41-B65A-4AFC-B32C-319417B392C0}" type="presOf" srcId="{458C0493-6937-46B6-BE8D-79048696BAE2}" destId="{ECABBEDF-B3B2-4D7C-BE06-C4174ACAD823}" srcOrd="0" destOrd="0" presId="urn:microsoft.com/office/officeart/2005/8/layout/vList3"/>
    <dgm:cxn modelId="{2EB630B1-EDFE-4FCD-8341-8E0C8EB52293}" srcId="{458C0493-6937-46B6-BE8D-79048696BAE2}" destId="{D8C1B182-0E47-46AA-BBA5-F7DFA44C3B83}" srcOrd="7" destOrd="0" parTransId="{ED8D9ED5-B7DD-4B70-8DD0-C84B2384456B}" sibTransId="{3A3ECDDC-71FE-4871-A7C2-DAEE750BE2EC}"/>
    <dgm:cxn modelId="{5B1A60E4-3427-42D5-98B3-541C1C465B25}" srcId="{458C0493-6937-46B6-BE8D-79048696BAE2}" destId="{53678410-573B-4ACB-8B29-CA0E153642B3}" srcOrd="5" destOrd="0" parTransId="{CE31EF85-AF04-406D-A6FF-490622D54B5F}" sibTransId="{A27F267A-7193-4B32-BD89-7E8B8F45CB66}"/>
    <dgm:cxn modelId="{147E0274-9DC7-4B7F-A2FE-2B5AA56461ED}" type="presOf" srcId="{EAD5B682-D434-46EA-A8CC-8E61DFC0AFC7}" destId="{ECABBEDF-B3B2-4D7C-BE06-C4174ACAD823}" srcOrd="0" destOrd="4" presId="urn:microsoft.com/office/officeart/2005/8/layout/vList3"/>
    <dgm:cxn modelId="{0F2027B6-59E4-4698-8B92-192E8F2B312E}" srcId="{458C0493-6937-46B6-BE8D-79048696BAE2}" destId="{EAD5B682-D434-46EA-A8CC-8E61DFC0AFC7}" srcOrd="3" destOrd="0" parTransId="{A0C66995-10C4-41BB-AB0E-ADD9E026D2A0}" sibTransId="{98562839-F661-4094-BABF-B3683F45DDDE}"/>
    <dgm:cxn modelId="{C502E16F-989D-4C58-A458-FAF901C2BF4E}" srcId="{458C0493-6937-46B6-BE8D-79048696BAE2}" destId="{5657546E-05A0-495E-95ED-6402B8A09CF3}" srcOrd="4" destOrd="0" parTransId="{22B964CB-0984-43EF-ACB5-8F5B1F345263}" sibTransId="{714DB33E-04C6-406D-B7F1-2919BD2AEE5C}"/>
    <dgm:cxn modelId="{1A0A24B8-F044-4055-A291-B0EDDB2043B1}" type="presOf" srcId="{1C6DAE3F-7FFA-4CAA-A6D9-13BA66A4EC44}" destId="{ECABBEDF-B3B2-4D7C-BE06-C4174ACAD823}" srcOrd="0" destOrd="2" presId="urn:microsoft.com/office/officeart/2005/8/layout/vList3"/>
    <dgm:cxn modelId="{2CC0EC82-1622-4BA5-8403-8F33030F8EEA}" type="presOf" srcId="{397A5E97-42C4-4555-B4CF-0A752E30AA20}" destId="{ECABBEDF-B3B2-4D7C-BE06-C4174ACAD823}" srcOrd="0" destOrd="1" presId="urn:microsoft.com/office/officeart/2005/8/layout/vList3"/>
    <dgm:cxn modelId="{A1BD15DB-0174-48C5-9576-BF7D3CB237E9}" type="presOf" srcId="{D33FD5DD-AC91-4F3C-AF2A-6661C5C3B264}" destId="{ECABBEDF-B3B2-4D7C-BE06-C4174ACAD823}" srcOrd="0" destOrd="9" presId="urn:microsoft.com/office/officeart/2005/8/layout/vList3"/>
    <dgm:cxn modelId="{FB93167A-5953-40F8-9D98-AED723ED9AC3}" type="presOf" srcId="{5DD6FE58-42C0-4189-BECD-E496A99CE19F}" destId="{ECABBEDF-B3B2-4D7C-BE06-C4174ACAD823}" srcOrd="0" destOrd="7" presId="urn:microsoft.com/office/officeart/2005/8/layout/vList3"/>
    <dgm:cxn modelId="{47A27CCB-1C88-4FF9-881E-1F9814E9B6C0}" srcId="{458C0493-6937-46B6-BE8D-79048696BAE2}" destId="{D33FD5DD-AC91-4F3C-AF2A-6661C5C3B264}" srcOrd="8" destOrd="0" parTransId="{95AFA335-6DE2-4242-8C49-EA98ECE11BBF}" sibTransId="{3E1F8E3F-110E-4B99-BC3E-E53FFCA433F6}"/>
    <dgm:cxn modelId="{0A86D965-5CCB-4C0D-AD27-602A92DA1F6C}" type="presOf" srcId="{D8C1B182-0E47-46AA-BBA5-F7DFA44C3B83}" destId="{ECABBEDF-B3B2-4D7C-BE06-C4174ACAD823}" srcOrd="0" destOrd="8" presId="urn:microsoft.com/office/officeart/2005/8/layout/vList3"/>
    <dgm:cxn modelId="{9F2D3A80-1882-4540-A67F-3A8F518BC975}" type="presOf" srcId="{5657546E-05A0-495E-95ED-6402B8A09CF3}" destId="{ECABBEDF-B3B2-4D7C-BE06-C4174ACAD823}" srcOrd="0" destOrd="5" presId="urn:microsoft.com/office/officeart/2005/8/layout/vList3"/>
    <dgm:cxn modelId="{27425908-3156-47D6-9A77-19F685151CD4}" srcId="{458C0493-6937-46B6-BE8D-79048696BAE2}" destId="{397A5E97-42C4-4555-B4CF-0A752E30AA20}" srcOrd="0" destOrd="0" parTransId="{10D7B0DA-BEB6-4EEA-BFEA-4D736663539D}" sibTransId="{30D4EF10-A758-494D-B2DB-1F62D75D5D4C}"/>
    <dgm:cxn modelId="{8C7941CC-E439-44AA-8DBC-51393CC64AF2}" type="presOf" srcId="{1707B8A4-00B7-4D16-B547-0621CE97FCCE}" destId="{ECABBEDF-B3B2-4D7C-BE06-C4174ACAD823}" srcOrd="0" destOrd="3" presId="urn:microsoft.com/office/officeart/2005/8/layout/vList3"/>
    <dgm:cxn modelId="{29496E3A-9B1E-4676-A81F-DD3CA7B5FC57}" type="presParOf" srcId="{F3A34076-8130-4FC6-8300-33F7C1B511ED}" destId="{32468A72-52C5-4E62-8F33-13243AF21B91}" srcOrd="0" destOrd="0" presId="urn:microsoft.com/office/officeart/2005/8/layout/vList3"/>
    <dgm:cxn modelId="{656F1C99-AA58-42CF-828C-2448286C9B8F}" type="presParOf" srcId="{32468A72-52C5-4E62-8F33-13243AF21B91}" destId="{B4C33389-4F3E-4B56-AE28-286523BB06B8}" srcOrd="0" destOrd="0" presId="urn:microsoft.com/office/officeart/2005/8/layout/vList3"/>
    <dgm:cxn modelId="{6B047AEF-EBB0-4E37-A793-9229CA621DA7}" type="presParOf" srcId="{32468A72-52C5-4E62-8F33-13243AF21B91}" destId="{ECABBEDF-B3B2-4D7C-BE06-C4174ACAD82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C882659-365D-4473-AA66-A69E92241C9A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9867681-5488-40FB-8295-6CCE0E6FA7F2}">
      <dgm:prSet/>
      <dgm:spPr/>
      <dgm:t>
        <a:bodyPr/>
        <a:lstStyle/>
        <a:p>
          <a:pPr algn="ctr"/>
          <a:r>
            <a:rPr lang="en-IN" dirty="0"/>
            <a:t>·  </a:t>
          </a:r>
          <a:r>
            <a:rPr lang="en-IN" b="1" dirty="0"/>
            <a:t>Identifying Customer Needs</a:t>
          </a:r>
          <a:endParaRPr lang="en-IN" dirty="0"/>
        </a:p>
      </dgm:t>
    </dgm:pt>
    <dgm:pt modelId="{A19142B2-25E5-428B-866D-3BAA0628B4A5}" type="parTrans" cxnId="{D928BCE7-4918-490A-A44A-534CF87E8A5D}">
      <dgm:prSet/>
      <dgm:spPr/>
      <dgm:t>
        <a:bodyPr/>
        <a:lstStyle/>
        <a:p>
          <a:endParaRPr lang="en-IN"/>
        </a:p>
      </dgm:t>
    </dgm:pt>
    <dgm:pt modelId="{34481BA4-0113-4082-99AB-F9FCF7D39C21}" type="sibTrans" cxnId="{D928BCE7-4918-490A-A44A-534CF87E8A5D}">
      <dgm:prSet/>
      <dgm:spPr/>
      <dgm:t>
        <a:bodyPr/>
        <a:lstStyle/>
        <a:p>
          <a:endParaRPr lang="en-IN"/>
        </a:p>
      </dgm:t>
    </dgm:pt>
    <dgm:pt modelId="{60A26FCB-6501-4F97-8BA9-E09D22B5F5CD}">
      <dgm:prSet/>
      <dgm:spPr/>
      <dgm:t>
        <a:bodyPr/>
        <a:lstStyle/>
        <a:p>
          <a:pPr algn="ctr"/>
          <a:r>
            <a:rPr lang="en-IN" dirty="0"/>
            <a:t>·  </a:t>
          </a:r>
          <a:r>
            <a:rPr lang="en-IN" b="1" dirty="0"/>
            <a:t>Understanding Competitors</a:t>
          </a:r>
          <a:endParaRPr lang="en-IN" dirty="0"/>
        </a:p>
      </dgm:t>
    </dgm:pt>
    <dgm:pt modelId="{DB396EC1-918A-4A45-A807-9DEDC5E993FE}" type="parTrans" cxnId="{21ECE278-D2B1-47EB-940D-1447C4BE3EFA}">
      <dgm:prSet/>
      <dgm:spPr/>
      <dgm:t>
        <a:bodyPr/>
        <a:lstStyle/>
        <a:p>
          <a:endParaRPr lang="en-IN"/>
        </a:p>
      </dgm:t>
    </dgm:pt>
    <dgm:pt modelId="{D820FBE3-5273-40A1-AE27-9DE61086D158}" type="sibTrans" cxnId="{21ECE278-D2B1-47EB-940D-1447C4BE3EFA}">
      <dgm:prSet/>
      <dgm:spPr/>
      <dgm:t>
        <a:bodyPr/>
        <a:lstStyle/>
        <a:p>
          <a:endParaRPr lang="en-IN"/>
        </a:p>
      </dgm:t>
    </dgm:pt>
    <dgm:pt modelId="{C55AD392-4697-43BE-8B8E-97DB39254323}">
      <dgm:prSet/>
      <dgm:spPr/>
      <dgm:t>
        <a:bodyPr/>
        <a:lstStyle/>
        <a:p>
          <a:pPr algn="ctr"/>
          <a:r>
            <a:rPr lang="en-IN" dirty="0"/>
            <a:t>·  </a:t>
          </a:r>
          <a:r>
            <a:rPr lang="en-IN" b="1" dirty="0"/>
            <a:t>Defining Target Market</a:t>
          </a:r>
          <a:endParaRPr lang="en-IN" dirty="0"/>
        </a:p>
      </dgm:t>
    </dgm:pt>
    <dgm:pt modelId="{B8C9A23E-851F-4575-A5D9-72264D3B7955}" type="parTrans" cxnId="{583500A4-33D4-4893-B461-5014483720EB}">
      <dgm:prSet/>
      <dgm:spPr/>
      <dgm:t>
        <a:bodyPr/>
        <a:lstStyle/>
        <a:p>
          <a:endParaRPr lang="en-IN"/>
        </a:p>
      </dgm:t>
    </dgm:pt>
    <dgm:pt modelId="{8500F2AD-7A2D-4600-BA13-4C183795DEA8}" type="sibTrans" cxnId="{583500A4-33D4-4893-B461-5014483720EB}">
      <dgm:prSet/>
      <dgm:spPr/>
      <dgm:t>
        <a:bodyPr/>
        <a:lstStyle/>
        <a:p>
          <a:endParaRPr lang="en-IN"/>
        </a:p>
      </dgm:t>
    </dgm:pt>
    <dgm:pt modelId="{7DB9A67C-B825-433C-979C-B2668998843F}">
      <dgm:prSet/>
      <dgm:spPr/>
      <dgm:t>
        <a:bodyPr/>
        <a:lstStyle/>
        <a:p>
          <a:pPr algn="ctr"/>
          <a:r>
            <a:rPr lang="en-IN" dirty="0"/>
            <a:t>·  </a:t>
          </a:r>
          <a:r>
            <a:rPr lang="en-IN" b="1" dirty="0"/>
            <a:t>Market Opportunities and Gaps</a:t>
          </a:r>
          <a:endParaRPr lang="en-IN" dirty="0"/>
        </a:p>
      </dgm:t>
    </dgm:pt>
    <dgm:pt modelId="{E8F2977D-CB68-41DB-9A94-4A40874743A7}" type="parTrans" cxnId="{E846CBDC-FCCB-408E-B088-D06DD7FBC7DC}">
      <dgm:prSet/>
      <dgm:spPr/>
      <dgm:t>
        <a:bodyPr/>
        <a:lstStyle/>
        <a:p>
          <a:endParaRPr lang="en-IN"/>
        </a:p>
      </dgm:t>
    </dgm:pt>
    <dgm:pt modelId="{E8AF2D08-7A3F-47AC-A270-2FA137DD891D}" type="sibTrans" cxnId="{E846CBDC-FCCB-408E-B088-D06DD7FBC7DC}">
      <dgm:prSet/>
      <dgm:spPr/>
      <dgm:t>
        <a:bodyPr/>
        <a:lstStyle/>
        <a:p>
          <a:endParaRPr lang="en-IN"/>
        </a:p>
      </dgm:t>
    </dgm:pt>
    <dgm:pt modelId="{DBCA3366-5A4E-474F-B82B-6C9D5550F94E}">
      <dgm:prSet/>
      <dgm:spPr/>
      <dgm:t>
        <a:bodyPr/>
        <a:lstStyle/>
        <a:p>
          <a:pPr algn="ctr"/>
          <a:r>
            <a:rPr lang="en-IN" dirty="0"/>
            <a:t>·  </a:t>
          </a:r>
          <a:r>
            <a:rPr lang="en-IN" b="1" dirty="0"/>
            <a:t>Aligning with Market Trends</a:t>
          </a:r>
          <a:endParaRPr lang="en-IN" dirty="0"/>
        </a:p>
      </dgm:t>
    </dgm:pt>
    <dgm:pt modelId="{75AB619F-1270-4C05-AF25-4D20C417C58F}" type="parTrans" cxnId="{40CA25BE-756C-43F7-8D30-C9146EBDE9AE}">
      <dgm:prSet/>
      <dgm:spPr/>
      <dgm:t>
        <a:bodyPr/>
        <a:lstStyle/>
        <a:p>
          <a:endParaRPr lang="en-IN"/>
        </a:p>
      </dgm:t>
    </dgm:pt>
    <dgm:pt modelId="{A7E8AA67-51C0-42B7-B907-058684111005}" type="sibTrans" cxnId="{40CA25BE-756C-43F7-8D30-C9146EBDE9AE}">
      <dgm:prSet/>
      <dgm:spPr/>
      <dgm:t>
        <a:bodyPr/>
        <a:lstStyle/>
        <a:p>
          <a:endParaRPr lang="en-IN"/>
        </a:p>
      </dgm:t>
    </dgm:pt>
    <dgm:pt modelId="{31A64526-8D31-43A5-9EEC-3B2AD958D911}" type="pres">
      <dgm:prSet presAssocID="{3C882659-365D-4473-AA66-A69E92241C9A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A2A95BF-799D-4407-B163-92C044A105A0}" type="pres">
      <dgm:prSet presAssocID="{29867681-5488-40FB-8295-6CCE0E6FA7F2}" presName="circle1" presStyleLbl="lnNode1" presStyleIdx="0" presStyleCnt="5"/>
      <dgm:spPr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</dgm:spPr>
    </dgm:pt>
    <dgm:pt modelId="{9FD44542-01C2-4661-A1E6-9F18399E6603}" type="pres">
      <dgm:prSet presAssocID="{29867681-5488-40FB-8295-6CCE0E6FA7F2}" presName="text1" presStyleLbl="revTx" presStyleIdx="0" presStyleCnt="5" custScaleX="176069" custLinFactNeighborX="39349" custLinFactNeighborY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CF6D37-E4B1-41F7-AE1E-9AF9750E2E58}" type="pres">
      <dgm:prSet presAssocID="{29867681-5488-40FB-8295-6CCE0E6FA7F2}" presName="line1" presStyleLbl="callout" presStyleIdx="0" presStyleCnt="10"/>
      <dgm:spPr/>
    </dgm:pt>
    <dgm:pt modelId="{BE81CE3B-5D34-4AEE-BDF3-10C6E1A6E52A}" type="pres">
      <dgm:prSet presAssocID="{29867681-5488-40FB-8295-6CCE0E6FA7F2}" presName="d1" presStyleLbl="callout" presStyleIdx="1" presStyleCnt="10"/>
      <dgm:spPr/>
    </dgm:pt>
    <dgm:pt modelId="{94487723-2760-4339-8E15-516639BBC205}" type="pres">
      <dgm:prSet presAssocID="{60A26FCB-6501-4F97-8BA9-E09D22B5F5CD}" presName="circle2" presStyleLbl="lnNode1" presStyleIdx="1" presStyleCnt="5"/>
      <dgm:spPr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</dgm:spPr>
    </dgm:pt>
    <dgm:pt modelId="{1545FAA6-E2F6-4BEF-A09C-089F0410A798}" type="pres">
      <dgm:prSet presAssocID="{60A26FCB-6501-4F97-8BA9-E09D22B5F5CD}" presName="text2" presStyleLbl="revTx" presStyleIdx="1" presStyleCnt="5" custScaleX="234185" custLinFactNeighborX="76882" custLinFactNeighborY="-137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D3E77D-EBE1-46ED-A7D7-07E60C780D00}" type="pres">
      <dgm:prSet presAssocID="{60A26FCB-6501-4F97-8BA9-E09D22B5F5CD}" presName="line2" presStyleLbl="callout" presStyleIdx="2" presStyleCnt="10"/>
      <dgm:spPr/>
    </dgm:pt>
    <dgm:pt modelId="{F9215CBF-174C-4CF1-83BA-A241D66C3C51}" type="pres">
      <dgm:prSet presAssocID="{60A26FCB-6501-4F97-8BA9-E09D22B5F5CD}" presName="d2" presStyleLbl="callout" presStyleIdx="3" presStyleCnt="10"/>
      <dgm:spPr/>
    </dgm:pt>
    <dgm:pt modelId="{DE06CD25-6998-4467-B3B1-3226B6582F2D}" type="pres">
      <dgm:prSet presAssocID="{C55AD392-4697-43BE-8B8E-97DB39254323}" presName="circle3" presStyleLbl="lnNode1" presStyleIdx="2" presStyleCnt="5"/>
      <dgm:spPr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</dgm:spPr>
    </dgm:pt>
    <dgm:pt modelId="{D21642A5-B7F1-40EA-AD67-1ED264C43303}" type="pres">
      <dgm:prSet presAssocID="{C55AD392-4697-43BE-8B8E-97DB39254323}" presName="text3" presStyleLbl="revTx" presStyleIdx="2" presStyleCnt="5" custScaleX="241450" custLinFactNeighborX="73250" custLinFactNeighborY="-17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3A9878-D788-4358-8A11-C2E2FFD11078}" type="pres">
      <dgm:prSet presAssocID="{C55AD392-4697-43BE-8B8E-97DB39254323}" presName="line3" presStyleLbl="callout" presStyleIdx="4" presStyleCnt="10"/>
      <dgm:spPr/>
    </dgm:pt>
    <dgm:pt modelId="{6ED2A73B-2201-4DB0-A7FD-A76ED6061B80}" type="pres">
      <dgm:prSet presAssocID="{C55AD392-4697-43BE-8B8E-97DB39254323}" presName="d3" presStyleLbl="callout" presStyleIdx="5" presStyleCnt="10"/>
      <dgm:spPr/>
    </dgm:pt>
    <dgm:pt modelId="{191329B5-5385-40F8-AF4A-A42862ECBF9A}" type="pres">
      <dgm:prSet presAssocID="{7DB9A67C-B825-433C-979C-B2668998843F}" presName="circle4" presStyleLbl="lnNode1" presStyleIdx="3" presStyleCnt="5"/>
      <dgm:spPr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</dgm:spPr>
    </dgm:pt>
    <dgm:pt modelId="{660A8FF7-70DC-4FBC-BFF4-8912DE1AEE48}" type="pres">
      <dgm:prSet presAssocID="{7DB9A67C-B825-433C-979C-B2668998843F}" presName="text4" presStyleLbl="revTx" presStyleIdx="3" presStyleCnt="5" custScaleX="258949" custLinFactNeighborX="81725" custLinFactNeighborY="-17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5778FE-F4ED-4F64-886D-A11E613C32C3}" type="pres">
      <dgm:prSet presAssocID="{7DB9A67C-B825-433C-979C-B2668998843F}" presName="line4" presStyleLbl="callout" presStyleIdx="6" presStyleCnt="10"/>
      <dgm:spPr/>
    </dgm:pt>
    <dgm:pt modelId="{A8A97923-F970-4AA2-B37C-40109289C6FB}" type="pres">
      <dgm:prSet presAssocID="{7DB9A67C-B825-433C-979C-B2668998843F}" presName="d4" presStyleLbl="callout" presStyleIdx="7" presStyleCnt="10"/>
      <dgm:spPr/>
    </dgm:pt>
    <dgm:pt modelId="{5A335BED-1A3C-4B5C-BEED-49602ED986E4}" type="pres">
      <dgm:prSet presAssocID="{DBCA3366-5A4E-474F-B82B-6C9D5550F94E}" presName="circle5" presStyleLbl="lnNode1" presStyleIdx="4" presStyleCnt="5"/>
      <dgm:spPr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</dgm:spPr>
    </dgm:pt>
    <dgm:pt modelId="{4A41CD69-2853-4ECD-9849-5A8537209E76}" type="pres">
      <dgm:prSet presAssocID="{DBCA3366-5A4E-474F-B82B-6C9D5550F94E}" presName="text5" presStyleLbl="revTx" presStyleIdx="4" presStyleCnt="5" custScaleX="240674" custLinFactNeighborX="30997" custLinFactNeighborY="-85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302A74-7B60-499C-B9A9-AEC0B04DE7BF}" type="pres">
      <dgm:prSet presAssocID="{DBCA3366-5A4E-474F-B82B-6C9D5550F94E}" presName="line5" presStyleLbl="callout" presStyleIdx="8" presStyleCnt="10"/>
      <dgm:spPr/>
    </dgm:pt>
    <dgm:pt modelId="{B4773025-9C9A-4340-9F53-02CA4CBEB501}" type="pres">
      <dgm:prSet presAssocID="{DBCA3366-5A4E-474F-B82B-6C9D5550F94E}" presName="d5" presStyleLbl="callout" presStyleIdx="9" presStyleCnt="10"/>
      <dgm:spPr/>
    </dgm:pt>
  </dgm:ptLst>
  <dgm:cxnLst>
    <dgm:cxn modelId="{E846CBDC-FCCB-408E-B088-D06DD7FBC7DC}" srcId="{3C882659-365D-4473-AA66-A69E92241C9A}" destId="{7DB9A67C-B825-433C-979C-B2668998843F}" srcOrd="3" destOrd="0" parTransId="{E8F2977D-CB68-41DB-9A94-4A40874743A7}" sibTransId="{E8AF2D08-7A3F-47AC-A270-2FA137DD891D}"/>
    <dgm:cxn modelId="{21ECE278-D2B1-47EB-940D-1447C4BE3EFA}" srcId="{3C882659-365D-4473-AA66-A69E92241C9A}" destId="{60A26FCB-6501-4F97-8BA9-E09D22B5F5CD}" srcOrd="1" destOrd="0" parTransId="{DB396EC1-918A-4A45-A807-9DEDC5E993FE}" sibTransId="{D820FBE3-5273-40A1-AE27-9DE61086D158}"/>
    <dgm:cxn modelId="{0E4175B2-D89E-469F-AA7B-F5BFB53C4960}" type="presOf" srcId="{29867681-5488-40FB-8295-6CCE0E6FA7F2}" destId="{9FD44542-01C2-4661-A1E6-9F18399E6603}" srcOrd="0" destOrd="0" presId="urn:microsoft.com/office/officeart/2005/8/layout/target1"/>
    <dgm:cxn modelId="{29439B51-FDB8-4228-9921-AE27C733505E}" type="presOf" srcId="{DBCA3366-5A4E-474F-B82B-6C9D5550F94E}" destId="{4A41CD69-2853-4ECD-9849-5A8537209E76}" srcOrd="0" destOrd="0" presId="urn:microsoft.com/office/officeart/2005/8/layout/target1"/>
    <dgm:cxn modelId="{583500A4-33D4-4893-B461-5014483720EB}" srcId="{3C882659-365D-4473-AA66-A69E92241C9A}" destId="{C55AD392-4697-43BE-8B8E-97DB39254323}" srcOrd="2" destOrd="0" parTransId="{B8C9A23E-851F-4575-A5D9-72264D3B7955}" sibTransId="{8500F2AD-7A2D-4600-BA13-4C183795DEA8}"/>
    <dgm:cxn modelId="{595E1B9D-D890-44B0-AFA4-B05F0E2EB1ED}" type="presOf" srcId="{3C882659-365D-4473-AA66-A69E92241C9A}" destId="{31A64526-8D31-43A5-9EEC-3B2AD958D911}" srcOrd="0" destOrd="0" presId="urn:microsoft.com/office/officeart/2005/8/layout/target1"/>
    <dgm:cxn modelId="{40CA25BE-756C-43F7-8D30-C9146EBDE9AE}" srcId="{3C882659-365D-4473-AA66-A69E92241C9A}" destId="{DBCA3366-5A4E-474F-B82B-6C9D5550F94E}" srcOrd="4" destOrd="0" parTransId="{75AB619F-1270-4C05-AF25-4D20C417C58F}" sibTransId="{A7E8AA67-51C0-42B7-B907-058684111005}"/>
    <dgm:cxn modelId="{E1EF5840-D8C8-483E-AF44-C6B89DB87094}" type="presOf" srcId="{7DB9A67C-B825-433C-979C-B2668998843F}" destId="{660A8FF7-70DC-4FBC-BFF4-8912DE1AEE48}" srcOrd="0" destOrd="0" presId="urn:microsoft.com/office/officeart/2005/8/layout/target1"/>
    <dgm:cxn modelId="{6390B763-9935-4DC5-89AF-9C8DCFBF1C69}" type="presOf" srcId="{C55AD392-4697-43BE-8B8E-97DB39254323}" destId="{D21642A5-B7F1-40EA-AD67-1ED264C43303}" srcOrd="0" destOrd="0" presId="urn:microsoft.com/office/officeart/2005/8/layout/target1"/>
    <dgm:cxn modelId="{E88BDA5F-7F77-47DC-9589-E9998CBC9C9A}" type="presOf" srcId="{60A26FCB-6501-4F97-8BA9-E09D22B5F5CD}" destId="{1545FAA6-E2F6-4BEF-A09C-089F0410A798}" srcOrd="0" destOrd="0" presId="urn:microsoft.com/office/officeart/2005/8/layout/target1"/>
    <dgm:cxn modelId="{D928BCE7-4918-490A-A44A-534CF87E8A5D}" srcId="{3C882659-365D-4473-AA66-A69E92241C9A}" destId="{29867681-5488-40FB-8295-6CCE0E6FA7F2}" srcOrd="0" destOrd="0" parTransId="{A19142B2-25E5-428B-866D-3BAA0628B4A5}" sibTransId="{34481BA4-0113-4082-99AB-F9FCF7D39C21}"/>
    <dgm:cxn modelId="{6647ED34-BF3A-4CF7-9436-A52B48588B96}" type="presParOf" srcId="{31A64526-8D31-43A5-9EEC-3B2AD958D911}" destId="{AA2A95BF-799D-4407-B163-92C044A105A0}" srcOrd="0" destOrd="0" presId="urn:microsoft.com/office/officeart/2005/8/layout/target1"/>
    <dgm:cxn modelId="{DFD2D5F1-92A2-448D-8D45-6E262E765ED5}" type="presParOf" srcId="{31A64526-8D31-43A5-9EEC-3B2AD958D911}" destId="{9FD44542-01C2-4661-A1E6-9F18399E6603}" srcOrd="1" destOrd="0" presId="urn:microsoft.com/office/officeart/2005/8/layout/target1"/>
    <dgm:cxn modelId="{C05336EC-9CB2-4BC4-A62C-4A940BE8A6CD}" type="presParOf" srcId="{31A64526-8D31-43A5-9EEC-3B2AD958D911}" destId="{A1CF6D37-E4B1-41F7-AE1E-9AF9750E2E58}" srcOrd="2" destOrd="0" presId="urn:microsoft.com/office/officeart/2005/8/layout/target1"/>
    <dgm:cxn modelId="{7F7109A0-4536-4815-AD04-2A72A893E1F8}" type="presParOf" srcId="{31A64526-8D31-43A5-9EEC-3B2AD958D911}" destId="{BE81CE3B-5D34-4AEE-BDF3-10C6E1A6E52A}" srcOrd="3" destOrd="0" presId="urn:microsoft.com/office/officeart/2005/8/layout/target1"/>
    <dgm:cxn modelId="{44AF9067-52CE-4760-A365-C253AEE5A827}" type="presParOf" srcId="{31A64526-8D31-43A5-9EEC-3B2AD958D911}" destId="{94487723-2760-4339-8E15-516639BBC205}" srcOrd="4" destOrd="0" presId="urn:microsoft.com/office/officeart/2005/8/layout/target1"/>
    <dgm:cxn modelId="{1D3B492D-9077-46C1-A197-F84CFBE9AD46}" type="presParOf" srcId="{31A64526-8D31-43A5-9EEC-3B2AD958D911}" destId="{1545FAA6-E2F6-4BEF-A09C-089F0410A798}" srcOrd="5" destOrd="0" presId="urn:microsoft.com/office/officeart/2005/8/layout/target1"/>
    <dgm:cxn modelId="{116143F8-4EED-40A1-B035-3BE617E8FB43}" type="presParOf" srcId="{31A64526-8D31-43A5-9EEC-3B2AD958D911}" destId="{7CD3E77D-EBE1-46ED-A7D7-07E60C780D00}" srcOrd="6" destOrd="0" presId="urn:microsoft.com/office/officeart/2005/8/layout/target1"/>
    <dgm:cxn modelId="{F4BD855B-CEFC-46C9-B052-C75D9618FA0E}" type="presParOf" srcId="{31A64526-8D31-43A5-9EEC-3B2AD958D911}" destId="{F9215CBF-174C-4CF1-83BA-A241D66C3C51}" srcOrd="7" destOrd="0" presId="urn:microsoft.com/office/officeart/2005/8/layout/target1"/>
    <dgm:cxn modelId="{D4B8B2F7-DE3D-4375-8BB8-BA8B27A09C5D}" type="presParOf" srcId="{31A64526-8D31-43A5-9EEC-3B2AD958D911}" destId="{DE06CD25-6998-4467-B3B1-3226B6582F2D}" srcOrd="8" destOrd="0" presId="urn:microsoft.com/office/officeart/2005/8/layout/target1"/>
    <dgm:cxn modelId="{3141B336-6FEB-4125-885D-BDE23CEB904E}" type="presParOf" srcId="{31A64526-8D31-43A5-9EEC-3B2AD958D911}" destId="{D21642A5-B7F1-40EA-AD67-1ED264C43303}" srcOrd="9" destOrd="0" presId="urn:microsoft.com/office/officeart/2005/8/layout/target1"/>
    <dgm:cxn modelId="{B701EE7B-DC7D-41BE-A239-05E0F92ACE00}" type="presParOf" srcId="{31A64526-8D31-43A5-9EEC-3B2AD958D911}" destId="{CD3A9878-D788-4358-8A11-C2E2FFD11078}" srcOrd="10" destOrd="0" presId="urn:microsoft.com/office/officeart/2005/8/layout/target1"/>
    <dgm:cxn modelId="{8010653E-39E9-4EB0-9ACF-16CB5190224C}" type="presParOf" srcId="{31A64526-8D31-43A5-9EEC-3B2AD958D911}" destId="{6ED2A73B-2201-4DB0-A7FD-A76ED6061B80}" srcOrd="11" destOrd="0" presId="urn:microsoft.com/office/officeart/2005/8/layout/target1"/>
    <dgm:cxn modelId="{98FFE4C1-CEE0-43AD-B8B6-61C164F566B3}" type="presParOf" srcId="{31A64526-8D31-43A5-9EEC-3B2AD958D911}" destId="{191329B5-5385-40F8-AF4A-A42862ECBF9A}" srcOrd="12" destOrd="0" presId="urn:microsoft.com/office/officeart/2005/8/layout/target1"/>
    <dgm:cxn modelId="{2B9B229C-16C9-4D02-B3EC-C7EB83DC4F73}" type="presParOf" srcId="{31A64526-8D31-43A5-9EEC-3B2AD958D911}" destId="{660A8FF7-70DC-4FBC-BFF4-8912DE1AEE48}" srcOrd="13" destOrd="0" presId="urn:microsoft.com/office/officeart/2005/8/layout/target1"/>
    <dgm:cxn modelId="{6BBC6069-E7A3-4BB5-AAB8-6C62B08195B7}" type="presParOf" srcId="{31A64526-8D31-43A5-9EEC-3B2AD958D911}" destId="{015778FE-F4ED-4F64-886D-A11E613C32C3}" srcOrd="14" destOrd="0" presId="urn:microsoft.com/office/officeart/2005/8/layout/target1"/>
    <dgm:cxn modelId="{160C5184-7A50-4EFB-A9A9-EB0301C0E18E}" type="presParOf" srcId="{31A64526-8D31-43A5-9EEC-3B2AD958D911}" destId="{A8A97923-F970-4AA2-B37C-40109289C6FB}" srcOrd="15" destOrd="0" presId="urn:microsoft.com/office/officeart/2005/8/layout/target1"/>
    <dgm:cxn modelId="{6B261439-4B24-45B4-9651-E2A6282FE535}" type="presParOf" srcId="{31A64526-8D31-43A5-9EEC-3B2AD958D911}" destId="{5A335BED-1A3C-4B5C-BEED-49602ED986E4}" srcOrd="16" destOrd="0" presId="urn:microsoft.com/office/officeart/2005/8/layout/target1"/>
    <dgm:cxn modelId="{CEF9E3A6-7142-4C7C-97D6-EC4B6DD51AAE}" type="presParOf" srcId="{31A64526-8D31-43A5-9EEC-3B2AD958D911}" destId="{4A41CD69-2853-4ECD-9849-5A8537209E76}" srcOrd="17" destOrd="0" presId="urn:microsoft.com/office/officeart/2005/8/layout/target1"/>
    <dgm:cxn modelId="{50E54D47-038E-4243-818F-CEAEC0F4F6A7}" type="presParOf" srcId="{31A64526-8D31-43A5-9EEC-3B2AD958D911}" destId="{EF302A74-7B60-499C-B9A9-AEC0B04DE7BF}" srcOrd="18" destOrd="0" presId="urn:microsoft.com/office/officeart/2005/8/layout/target1"/>
    <dgm:cxn modelId="{8F926E77-33EE-4D68-B2A4-297D0178E925}" type="presParOf" srcId="{31A64526-8D31-43A5-9EEC-3B2AD958D911}" destId="{B4773025-9C9A-4340-9F53-02CA4CBEB501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9CCC765-3B28-46A3-BB42-973F7F5A95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B2DAA66-48BB-48A8-BBDD-4FDAE88312CE}">
      <dgm:prSet/>
      <dgm:spPr/>
      <dgm:t>
        <a:bodyPr/>
        <a:lstStyle/>
        <a:p>
          <a:r>
            <a:rPr lang="en-IN"/>
            <a:t>A business plan is a detailed document that outlines a company's objectives, strategies, and financial forecasts.</a:t>
          </a:r>
        </a:p>
      </dgm:t>
    </dgm:pt>
    <dgm:pt modelId="{25DAE6DC-24C5-4717-9F4A-328DB3B5BE33}" type="parTrans" cxnId="{8FD1191C-7596-4969-96ED-78FE72A4FA91}">
      <dgm:prSet/>
      <dgm:spPr/>
      <dgm:t>
        <a:bodyPr/>
        <a:lstStyle/>
        <a:p>
          <a:endParaRPr lang="en-IN"/>
        </a:p>
      </dgm:t>
    </dgm:pt>
    <dgm:pt modelId="{EBDC51AF-DAE2-4B1F-A693-1F7349DB14F0}" type="sibTrans" cxnId="{8FD1191C-7596-4969-96ED-78FE72A4FA91}">
      <dgm:prSet/>
      <dgm:spPr/>
      <dgm:t>
        <a:bodyPr/>
        <a:lstStyle/>
        <a:p>
          <a:endParaRPr lang="en-IN"/>
        </a:p>
      </dgm:t>
    </dgm:pt>
    <dgm:pt modelId="{EDE0D406-45A3-42E7-BE05-554D377F306C}">
      <dgm:prSet/>
      <dgm:spPr/>
      <dgm:t>
        <a:bodyPr/>
        <a:lstStyle/>
        <a:p>
          <a:r>
            <a:rPr lang="en-IN"/>
            <a:t>The different types of business plans, each tailored for specific purposes:</a:t>
          </a:r>
        </a:p>
      </dgm:t>
    </dgm:pt>
    <dgm:pt modelId="{EDD346F0-7510-434B-9036-35E375CF500C}" type="parTrans" cxnId="{07450090-D65E-4C36-8FA8-744A929911EB}">
      <dgm:prSet/>
      <dgm:spPr/>
      <dgm:t>
        <a:bodyPr/>
        <a:lstStyle/>
        <a:p>
          <a:endParaRPr lang="en-IN"/>
        </a:p>
      </dgm:t>
    </dgm:pt>
    <dgm:pt modelId="{D631B18D-295F-46CD-966A-7BDA425EEC0F}" type="sibTrans" cxnId="{07450090-D65E-4C36-8FA8-744A929911EB}">
      <dgm:prSet/>
      <dgm:spPr/>
      <dgm:t>
        <a:bodyPr/>
        <a:lstStyle/>
        <a:p>
          <a:endParaRPr lang="en-IN"/>
        </a:p>
      </dgm:t>
    </dgm:pt>
    <dgm:pt modelId="{79A4332E-508B-41FD-8011-FB90F05D5228}">
      <dgm:prSet/>
      <dgm:spPr/>
      <dgm:t>
        <a:bodyPr/>
        <a:lstStyle/>
        <a:p>
          <a:r>
            <a:rPr lang="en-IN" b="1"/>
            <a:t>Start-up Business Plan</a:t>
          </a:r>
          <a:r>
            <a:rPr lang="en-IN"/>
            <a:t>: A comprehensive plan outlining the goals, strategies, and financial projections for a new business, designed to attract investors and secure funding.</a:t>
          </a:r>
        </a:p>
      </dgm:t>
    </dgm:pt>
    <dgm:pt modelId="{0F18BAA0-6B36-48FA-B99B-17D2F83C921D}" type="parTrans" cxnId="{24B13C42-412B-4C1A-9D3D-4ECE25B4ECEC}">
      <dgm:prSet/>
      <dgm:spPr/>
      <dgm:t>
        <a:bodyPr/>
        <a:lstStyle/>
        <a:p>
          <a:endParaRPr lang="en-IN"/>
        </a:p>
      </dgm:t>
    </dgm:pt>
    <dgm:pt modelId="{0102EE24-B116-4D9F-AA2C-ECF83425B3FF}" type="sibTrans" cxnId="{24B13C42-412B-4C1A-9D3D-4ECE25B4ECEC}">
      <dgm:prSet/>
      <dgm:spPr/>
      <dgm:t>
        <a:bodyPr/>
        <a:lstStyle/>
        <a:p>
          <a:endParaRPr lang="en-IN"/>
        </a:p>
      </dgm:t>
    </dgm:pt>
    <dgm:pt modelId="{A4318F45-4EEF-4FD8-B048-8F1C6147F3F1}">
      <dgm:prSet/>
      <dgm:spPr/>
      <dgm:t>
        <a:bodyPr/>
        <a:lstStyle/>
        <a:p>
          <a:r>
            <a:rPr lang="en-IN" b="1"/>
            <a:t>Internal Business Plan</a:t>
          </a:r>
          <a:r>
            <a:rPr lang="en-IN"/>
            <a:t>: A plan focused on the internal operations of a business, used by management to guide decision-making and track progress toward company goals.</a:t>
          </a:r>
        </a:p>
      </dgm:t>
    </dgm:pt>
    <dgm:pt modelId="{BA7DF609-3249-4093-9A31-64980EBB1D57}" type="parTrans" cxnId="{6FE97E8C-5B77-4273-8336-5E442CF98622}">
      <dgm:prSet/>
      <dgm:spPr/>
      <dgm:t>
        <a:bodyPr/>
        <a:lstStyle/>
        <a:p>
          <a:endParaRPr lang="en-IN"/>
        </a:p>
      </dgm:t>
    </dgm:pt>
    <dgm:pt modelId="{3A8A6676-C63E-41A9-ACC0-D52054EED24A}" type="sibTrans" cxnId="{6FE97E8C-5B77-4273-8336-5E442CF98622}">
      <dgm:prSet/>
      <dgm:spPr/>
      <dgm:t>
        <a:bodyPr/>
        <a:lstStyle/>
        <a:p>
          <a:endParaRPr lang="en-IN"/>
        </a:p>
      </dgm:t>
    </dgm:pt>
    <dgm:pt modelId="{2C270E3C-827D-4749-A902-1FD7401CD692}">
      <dgm:prSet/>
      <dgm:spPr/>
      <dgm:t>
        <a:bodyPr/>
        <a:lstStyle/>
        <a:p>
          <a:r>
            <a:rPr lang="en-IN" b="1"/>
            <a:t>Strategic Business Plan</a:t>
          </a:r>
          <a:r>
            <a:rPr lang="en-IN"/>
            <a:t>: A high-level plan that defines the long-term goals of a business, along with the strategies and actions needed to achieve them, often spanning several years.</a:t>
          </a:r>
        </a:p>
      </dgm:t>
    </dgm:pt>
    <dgm:pt modelId="{B69D5B33-B979-4378-9A6E-866B7BC97D4C}" type="parTrans" cxnId="{D8B50A40-FCAB-40EE-8B87-93BFF8CCE468}">
      <dgm:prSet/>
      <dgm:spPr/>
      <dgm:t>
        <a:bodyPr/>
        <a:lstStyle/>
        <a:p>
          <a:endParaRPr lang="en-IN"/>
        </a:p>
      </dgm:t>
    </dgm:pt>
    <dgm:pt modelId="{112E6EA1-966D-400D-9DD7-BF2503FBFCCE}" type="sibTrans" cxnId="{D8B50A40-FCAB-40EE-8B87-93BFF8CCE468}">
      <dgm:prSet/>
      <dgm:spPr/>
      <dgm:t>
        <a:bodyPr/>
        <a:lstStyle/>
        <a:p>
          <a:endParaRPr lang="en-IN"/>
        </a:p>
      </dgm:t>
    </dgm:pt>
    <dgm:pt modelId="{364F7365-6108-4CAE-9651-756D0B08FA49}">
      <dgm:prSet/>
      <dgm:spPr/>
      <dgm:t>
        <a:bodyPr/>
        <a:lstStyle/>
        <a:p>
          <a:r>
            <a:rPr lang="en-IN" b="1"/>
            <a:t>Feasibility Business Plan</a:t>
          </a:r>
          <a:r>
            <a:rPr lang="en-IN"/>
            <a:t>: A plan that assesses the viability of a new idea or venture, examining market potential, costs, and potential profitability before full-scale development.</a:t>
          </a:r>
        </a:p>
      </dgm:t>
    </dgm:pt>
    <dgm:pt modelId="{896C5DDB-FCF4-4641-8C30-A927D24FA9B1}" type="parTrans" cxnId="{1EC3BFB8-6613-4DA6-823D-9B6719820001}">
      <dgm:prSet/>
      <dgm:spPr/>
      <dgm:t>
        <a:bodyPr/>
        <a:lstStyle/>
        <a:p>
          <a:endParaRPr lang="en-IN"/>
        </a:p>
      </dgm:t>
    </dgm:pt>
    <dgm:pt modelId="{EBA16F85-3364-4122-91CC-E7195D3668D0}" type="sibTrans" cxnId="{1EC3BFB8-6613-4DA6-823D-9B6719820001}">
      <dgm:prSet/>
      <dgm:spPr/>
      <dgm:t>
        <a:bodyPr/>
        <a:lstStyle/>
        <a:p>
          <a:endParaRPr lang="en-IN"/>
        </a:p>
      </dgm:t>
    </dgm:pt>
    <dgm:pt modelId="{E967BA8F-4807-4FF3-9EB4-5C72F267F1F8}">
      <dgm:prSet/>
      <dgm:spPr/>
      <dgm:t>
        <a:bodyPr/>
        <a:lstStyle/>
        <a:p>
          <a:r>
            <a:rPr lang="en-IN" b="1"/>
            <a:t>Operations Business Plan</a:t>
          </a:r>
          <a:r>
            <a:rPr lang="en-IN"/>
            <a:t>: A detailed plan that outlines the day-to-day operations of a business, including production, logistics, supply chain management, and staffing.</a:t>
          </a:r>
        </a:p>
      </dgm:t>
    </dgm:pt>
    <dgm:pt modelId="{7AC4DCE3-3FAF-4F4D-B4A4-49EEE22820D0}" type="parTrans" cxnId="{D72A5D7E-BFA9-4E93-9BA2-E12920146291}">
      <dgm:prSet/>
      <dgm:spPr/>
      <dgm:t>
        <a:bodyPr/>
        <a:lstStyle/>
        <a:p>
          <a:endParaRPr lang="en-IN"/>
        </a:p>
      </dgm:t>
    </dgm:pt>
    <dgm:pt modelId="{CA329D93-287E-4BDE-BF39-6A7B0E0AF44E}" type="sibTrans" cxnId="{D72A5D7E-BFA9-4E93-9BA2-E12920146291}">
      <dgm:prSet/>
      <dgm:spPr/>
      <dgm:t>
        <a:bodyPr/>
        <a:lstStyle/>
        <a:p>
          <a:endParaRPr lang="en-IN"/>
        </a:p>
      </dgm:t>
    </dgm:pt>
    <dgm:pt modelId="{9F63926F-C115-48EF-8AA6-5D5CE86A172B}">
      <dgm:prSet/>
      <dgm:spPr/>
      <dgm:t>
        <a:bodyPr/>
        <a:lstStyle/>
        <a:p>
          <a:r>
            <a:rPr lang="en-IN" b="1"/>
            <a:t>Growth Business Plan</a:t>
          </a:r>
          <a:r>
            <a:rPr lang="en-IN"/>
            <a:t>: A plan focused on strategies for expanding a business, whether through new markets, additional products, or increased operations, typically used to attract investment or guide internal growth efforts.</a:t>
          </a:r>
        </a:p>
      </dgm:t>
    </dgm:pt>
    <dgm:pt modelId="{E1D2E145-9A17-4940-9F07-319B58EC17AB}" type="parTrans" cxnId="{0BC41AE9-F4ED-4A47-937A-DB9281B64399}">
      <dgm:prSet/>
      <dgm:spPr/>
      <dgm:t>
        <a:bodyPr/>
        <a:lstStyle/>
        <a:p>
          <a:endParaRPr lang="en-IN"/>
        </a:p>
      </dgm:t>
    </dgm:pt>
    <dgm:pt modelId="{04656C1D-64C8-41AB-8B4B-24114DC82058}" type="sibTrans" cxnId="{0BC41AE9-F4ED-4A47-937A-DB9281B64399}">
      <dgm:prSet/>
      <dgm:spPr/>
      <dgm:t>
        <a:bodyPr/>
        <a:lstStyle/>
        <a:p>
          <a:endParaRPr lang="en-IN"/>
        </a:p>
      </dgm:t>
    </dgm:pt>
    <dgm:pt modelId="{CAA016F1-3647-4119-87AD-867AAEAA40A5}" type="pres">
      <dgm:prSet presAssocID="{49CCC765-3B28-46A3-BB42-973F7F5A95E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B6ADF89-56DB-4928-9743-5AC491D5C9D2}" type="pres">
      <dgm:prSet presAssocID="{7B2DAA66-48BB-48A8-BBDD-4FDAE88312CE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0026A5-856C-440D-B379-A3974A3EA089}" type="pres">
      <dgm:prSet presAssocID="{EBDC51AF-DAE2-4B1F-A693-1F7349DB14F0}" presName="spacer" presStyleCnt="0"/>
      <dgm:spPr/>
    </dgm:pt>
    <dgm:pt modelId="{6BCC3A12-CCB4-4842-A32A-6B548B5C6138}" type="pres">
      <dgm:prSet presAssocID="{EDE0D406-45A3-42E7-BE05-554D377F306C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3C45C6-9DAB-4918-81D2-6CD1E21BCA8F}" type="pres">
      <dgm:prSet presAssocID="{EDE0D406-45A3-42E7-BE05-554D377F306C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4936F5B-CA6C-4A8F-8688-6B1C9863FF36}" type="presOf" srcId="{364F7365-6108-4CAE-9651-756D0B08FA49}" destId="{9E3C45C6-9DAB-4918-81D2-6CD1E21BCA8F}" srcOrd="0" destOrd="3" presId="urn:microsoft.com/office/officeart/2005/8/layout/vList2"/>
    <dgm:cxn modelId="{8FD1191C-7596-4969-96ED-78FE72A4FA91}" srcId="{49CCC765-3B28-46A3-BB42-973F7F5A95E8}" destId="{7B2DAA66-48BB-48A8-BBDD-4FDAE88312CE}" srcOrd="0" destOrd="0" parTransId="{25DAE6DC-24C5-4717-9F4A-328DB3B5BE33}" sibTransId="{EBDC51AF-DAE2-4B1F-A693-1F7349DB14F0}"/>
    <dgm:cxn modelId="{D71204A6-460D-4704-B094-3B5189F4D972}" type="presOf" srcId="{49CCC765-3B28-46A3-BB42-973F7F5A95E8}" destId="{CAA016F1-3647-4119-87AD-867AAEAA40A5}" srcOrd="0" destOrd="0" presId="urn:microsoft.com/office/officeart/2005/8/layout/vList2"/>
    <dgm:cxn modelId="{0BC41AE9-F4ED-4A47-937A-DB9281B64399}" srcId="{EDE0D406-45A3-42E7-BE05-554D377F306C}" destId="{9F63926F-C115-48EF-8AA6-5D5CE86A172B}" srcOrd="5" destOrd="0" parTransId="{E1D2E145-9A17-4940-9F07-319B58EC17AB}" sibTransId="{04656C1D-64C8-41AB-8B4B-24114DC82058}"/>
    <dgm:cxn modelId="{6FE97E8C-5B77-4273-8336-5E442CF98622}" srcId="{EDE0D406-45A3-42E7-BE05-554D377F306C}" destId="{A4318F45-4EEF-4FD8-B048-8F1C6147F3F1}" srcOrd="1" destOrd="0" parTransId="{BA7DF609-3249-4093-9A31-64980EBB1D57}" sibTransId="{3A8A6676-C63E-41A9-ACC0-D52054EED24A}"/>
    <dgm:cxn modelId="{07450090-D65E-4C36-8FA8-744A929911EB}" srcId="{49CCC765-3B28-46A3-BB42-973F7F5A95E8}" destId="{EDE0D406-45A3-42E7-BE05-554D377F306C}" srcOrd="1" destOrd="0" parTransId="{EDD346F0-7510-434B-9036-35E375CF500C}" sibTransId="{D631B18D-295F-46CD-966A-7BDA425EEC0F}"/>
    <dgm:cxn modelId="{BDFE0CF0-F18D-478B-9F0E-60F23B4D486A}" type="presOf" srcId="{A4318F45-4EEF-4FD8-B048-8F1C6147F3F1}" destId="{9E3C45C6-9DAB-4918-81D2-6CD1E21BCA8F}" srcOrd="0" destOrd="1" presId="urn:microsoft.com/office/officeart/2005/8/layout/vList2"/>
    <dgm:cxn modelId="{24B13C42-412B-4C1A-9D3D-4ECE25B4ECEC}" srcId="{EDE0D406-45A3-42E7-BE05-554D377F306C}" destId="{79A4332E-508B-41FD-8011-FB90F05D5228}" srcOrd="0" destOrd="0" parTransId="{0F18BAA0-6B36-48FA-B99B-17D2F83C921D}" sibTransId="{0102EE24-B116-4D9F-AA2C-ECF83425B3FF}"/>
    <dgm:cxn modelId="{D72A5D7E-BFA9-4E93-9BA2-E12920146291}" srcId="{EDE0D406-45A3-42E7-BE05-554D377F306C}" destId="{E967BA8F-4807-4FF3-9EB4-5C72F267F1F8}" srcOrd="4" destOrd="0" parTransId="{7AC4DCE3-3FAF-4F4D-B4A4-49EEE22820D0}" sibTransId="{CA329D93-287E-4BDE-BF39-6A7B0E0AF44E}"/>
    <dgm:cxn modelId="{491B5B51-720C-4EF8-BB94-7FE41893FEE2}" type="presOf" srcId="{79A4332E-508B-41FD-8011-FB90F05D5228}" destId="{9E3C45C6-9DAB-4918-81D2-6CD1E21BCA8F}" srcOrd="0" destOrd="0" presId="urn:microsoft.com/office/officeart/2005/8/layout/vList2"/>
    <dgm:cxn modelId="{D8B50A40-FCAB-40EE-8B87-93BFF8CCE468}" srcId="{EDE0D406-45A3-42E7-BE05-554D377F306C}" destId="{2C270E3C-827D-4749-A902-1FD7401CD692}" srcOrd="2" destOrd="0" parTransId="{B69D5B33-B979-4378-9A6E-866B7BC97D4C}" sibTransId="{112E6EA1-966D-400D-9DD7-BF2503FBFCCE}"/>
    <dgm:cxn modelId="{171FBAA5-9FB9-4297-8751-77452F521EF4}" type="presOf" srcId="{E967BA8F-4807-4FF3-9EB4-5C72F267F1F8}" destId="{9E3C45C6-9DAB-4918-81D2-6CD1E21BCA8F}" srcOrd="0" destOrd="4" presId="urn:microsoft.com/office/officeart/2005/8/layout/vList2"/>
    <dgm:cxn modelId="{8B630B81-35D0-4D63-9FF3-6392E7DFD7E9}" type="presOf" srcId="{7B2DAA66-48BB-48A8-BBDD-4FDAE88312CE}" destId="{8B6ADF89-56DB-4928-9743-5AC491D5C9D2}" srcOrd="0" destOrd="0" presId="urn:microsoft.com/office/officeart/2005/8/layout/vList2"/>
    <dgm:cxn modelId="{341DCD13-CDB5-411B-ABA5-9BA50F12BB29}" type="presOf" srcId="{2C270E3C-827D-4749-A902-1FD7401CD692}" destId="{9E3C45C6-9DAB-4918-81D2-6CD1E21BCA8F}" srcOrd="0" destOrd="2" presId="urn:microsoft.com/office/officeart/2005/8/layout/vList2"/>
    <dgm:cxn modelId="{66F142C4-99F0-4EAF-AB4C-9B9FF0C8A830}" type="presOf" srcId="{EDE0D406-45A3-42E7-BE05-554D377F306C}" destId="{6BCC3A12-CCB4-4842-A32A-6B548B5C6138}" srcOrd="0" destOrd="0" presId="urn:microsoft.com/office/officeart/2005/8/layout/vList2"/>
    <dgm:cxn modelId="{1EC3BFB8-6613-4DA6-823D-9B6719820001}" srcId="{EDE0D406-45A3-42E7-BE05-554D377F306C}" destId="{364F7365-6108-4CAE-9651-756D0B08FA49}" srcOrd="3" destOrd="0" parTransId="{896C5DDB-FCF4-4641-8C30-A927D24FA9B1}" sibTransId="{EBA16F85-3364-4122-91CC-E7195D3668D0}"/>
    <dgm:cxn modelId="{773D93B7-DBF2-4CE5-AE70-D1D3CD2AADA1}" type="presOf" srcId="{9F63926F-C115-48EF-8AA6-5D5CE86A172B}" destId="{9E3C45C6-9DAB-4918-81D2-6CD1E21BCA8F}" srcOrd="0" destOrd="5" presId="urn:microsoft.com/office/officeart/2005/8/layout/vList2"/>
    <dgm:cxn modelId="{890A9103-E263-4C14-87F6-7D51B89E50F1}" type="presParOf" srcId="{CAA016F1-3647-4119-87AD-867AAEAA40A5}" destId="{8B6ADF89-56DB-4928-9743-5AC491D5C9D2}" srcOrd="0" destOrd="0" presId="urn:microsoft.com/office/officeart/2005/8/layout/vList2"/>
    <dgm:cxn modelId="{B5CB9A6F-841A-403E-948C-7BEE7E89353E}" type="presParOf" srcId="{CAA016F1-3647-4119-87AD-867AAEAA40A5}" destId="{C50026A5-856C-440D-B379-A3974A3EA089}" srcOrd="1" destOrd="0" presId="urn:microsoft.com/office/officeart/2005/8/layout/vList2"/>
    <dgm:cxn modelId="{04EDB377-FB9A-4BB9-845F-085D704B6F11}" type="presParOf" srcId="{CAA016F1-3647-4119-87AD-867AAEAA40A5}" destId="{6BCC3A12-CCB4-4842-A32A-6B548B5C6138}" srcOrd="2" destOrd="0" presId="urn:microsoft.com/office/officeart/2005/8/layout/vList2"/>
    <dgm:cxn modelId="{0A09FF54-114F-498A-9BC5-D0387379A02D}" type="presParOf" srcId="{CAA016F1-3647-4119-87AD-867AAEAA40A5}" destId="{9E3C45C6-9DAB-4918-81D2-6CD1E21BCA8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B8E59C2-D777-4AD2-84D7-6515BEDDC017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C3A9F6-6DA9-43E9-8B48-E820875DA8E6}">
      <dgm:prSet custT="1"/>
      <dgm:spPr/>
      <dgm:t>
        <a:bodyPr/>
        <a:lstStyle/>
        <a:p>
          <a:pPr algn="l">
            <a:buNone/>
          </a:pPr>
          <a:r>
            <a:rPr lang="en-IN" sz="1800" b="1" dirty="0"/>
            <a:t>Sales Forecasting</a:t>
          </a:r>
          <a:endParaRPr lang="en-IN" sz="1800" dirty="0"/>
        </a:p>
      </dgm:t>
    </dgm:pt>
    <dgm:pt modelId="{EA643542-B5FE-4B2D-9777-16253E3E7B62}" type="parTrans" cxnId="{86915DE5-F146-4149-99D3-ECE453F07CA8}">
      <dgm:prSet/>
      <dgm:spPr/>
      <dgm:t>
        <a:bodyPr/>
        <a:lstStyle/>
        <a:p>
          <a:endParaRPr lang="en-IN"/>
        </a:p>
      </dgm:t>
    </dgm:pt>
    <dgm:pt modelId="{8BB76BB3-A578-474F-A318-64F18FD2A04B}" type="sibTrans" cxnId="{86915DE5-F146-4149-99D3-ECE453F07CA8}">
      <dgm:prSet/>
      <dgm:spPr/>
      <dgm:t>
        <a:bodyPr/>
        <a:lstStyle/>
        <a:p>
          <a:endParaRPr lang="en-IN"/>
        </a:p>
      </dgm:t>
    </dgm:pt>
    <dgm:pt modelId="{F3E3FD4E-0CE4-4783-8A8F-FB8B7E9124EE}">
      <dgm:prSet custT="1"/>
      <dgm:spPr/>
      <dgm:t>
        <a:bodyPr/>
        <a:lstStyle/>
        <a:p>
          <a:pPr algn="just">
            <a:buFont typeface="Arial" panose="020B0604020202020204" pitchFamily="34" charset="0"/>
            <a:buNone/>
          </a:pPr>
          <a:r>
            <a:rPr lang="en-IN" sz="1800" b="1" dirty="0"/>
            <a:t>Historical Data Analysis</a:t>
          </a:r>
          <a:r>
            <a:rPr lang="en-IN" sz="1800" dirty="0"/>
            <a:t>: Review past sales data to identify trends, seasonality, and patterns that can inform future predictions.</a:t>
          </a:r>
        </a:p>
      </dgm:t>
    </dgm:pt>
    <dgm:pt modelId="{56511CB5-888B-4794-BF23-D70008A8E967}" type="parTrans" cxnId="{BF559125-D3F6-4C7E-A316-F5A681029F16}">
      <dgm:prSet/>
      <dgm:spPr/>
      <dgm:t>
        <a:bodyPr/>
        <a:lstStyle/>
        <a:p>
          <a:endParaRPr lang="en-IN"/>
        </a:p>
      </dgm:t>
    </dgm:pt>
    <dgm:pt modelId="{67AAE167-DDDF-4DFB-967E-8C82F58AD408}" type="sibTrans" cxnId="{BF559125-D3F6-4C7E-A316-F5A681029F16}">
      <dgm:prSet/>
      <dgm:spPr/>
      <dgm:t>
        <a:bodyPr/>
        <a:lstStyle/>
        <a:p>
          <a:endParaRPr lang="en-IN"/>
        </a:p>
      </dgm:t>
    </dgm:pt>
    <dgm:pt modelId="{341E488D-23F6-4FBA-8700-E76190C861E0}">
      <dgm:prSet custT="1"/>
      <dgm:spPr/>
      <dgm:t>
        <a:bodyPr/>
        <a:lstStyle/>
        <a:p>
          <a:pPr algn="just">
            <a:buFont typeface="Arial" panose="020B0604020202020204" pitchFamily="34" charset="0"/>
            <a:buNone/>
          </a:pPr>
          <a:r>
            <a:rPr lang="en-IN" sz="1800" b="1" dirty="0"/>
            <a:t>Market Trends</a:t>
          </a:r>
          <a:r>
            <a:rPr lang="en-IN" sz="1800" dirty="0"/>
            <a:t>: Analyse current market conditions and trends that could impact future sales, such as changes in consumer behaviour or economic factors.</a:t>
          </a:r>
        </a:p>
      </dgm:t>
    </dgm:pt>
    <dgm:pt modelId="{B8141ACA-A894-4847-B5F8-C4411F8DA04A}" type="sibTrans" cxnId="{DE595807-27AA-45A5-B8E0-0775E2754BB8}">
      <dgm:prSet/>
      <dgm:spPr/>
      <dgm:t>
        <a:bodyPr/>
        <a:lstStyle/>
        <a:p>
          <a:endParaRPr lang="en-IN"/>
        </a:p>
      </dgm:t>
    </dgm:pt>
    <dgm:pt modelId="{811D6E17-6A52-439E-81F1-A2CBB881590F}" type="parTrans" cxnId="{DE595807-27AA-45A5-B8E0-0775E2754BB8}">
      <dgm:prSet/>
      <dgm:spPr/>
      <dgm:t>
        <a:bodyPr/>
        <a:lstStyle/>
        <a:p>
          <a:endParaRPr lang="en-IN"/>
        </a:p>
      </dgm:t>
    </dgm:pt>
    <dgm:pt modelId="{270ADEDA-58A1-4DA2-9DBA-50ACED4E092E}">
      <dgm:prSet custT="1"/>
      <dgm:spPr/>
      <dgm:t>
        <a:bodyPr/>
        <a:lstStyle/>
        <a:p>
          <a:pPr algn="just">
            <a:buFont typeface="Arial" panose="020B0604020202020204" pitchFamily="34" charset="0"/>
            <a:buNone/>
          </a:pPr>
          <a:r>
            <a:rPr lang="en-IN" sz="1800" b="1" dirty="0"/>
            <a:t>Sales Goals</a:t>
          </a:r>
          <a:r>
            <a:rPr lang="en-IN" sz="1800" dirty="0"/>
            <a:t>: Set specific, measurable sales targets based on historical performance, market potential, and business objectives.</a:t>
          </a:r>
        </a:p>
      </dgm:t>
    </dgm:pt>
    <dgm:pt modelId="{F3FDB5F9-9D6A-4DD9-B763-69739859BC56}" type="sibTrans" cxnId="{69AD3EF3-7B86-4694-BDB9-82941172F640}">
      <dgm:prSet/>
      <dgm:spPr/>
      <dgm:t>
        <a:bodyPr/>
        <a:lstStyle/>
        <a:p>
          <a:endParaRPr lang="en-IN"/>
        </a:p>
      </dgm:t>
    </dgm:pt>
    <dgm:pt modelId="{4F7C976A-6CD9-4FA6-8949-2523AD91ACDD}" type="parTrans" cxnId="{69AD3EF3-7B86-4694-BDB9-82941172F640}">
      <dgm:prSet/>
      <dgm:spPr/>
      <dgm:t>
        <a:bodyPr/>
        <a:lstStyle/>
        <a:p>
          <a:endParaRPr lang="en-IN"/>
        </a:p>
      </dgm:t>
    </dgm:pt>
    <dgm:pt modelId="{FB834BD0-B0DE-4CB3-BD23-C77EA8B5CE92}">
      <dgm:prSet custT="1"/>
      <dgm:spPr/>
      <dgm:t>
        <a:bodyPr/>
        <a:lstStyle/>
        <a:p>
          <a:pPr algn="just">
            <a:buFont typeface="Arial" panose="020B0604020202020204" pitchFamily="34" charset="0"/>
            <a:buNone/>
          </a:pPr>
          <a:r>
            <a:rPr lang="en-IN" sz="1800" b="1" dirty="0"/>
            <a:t>Sales Channels</a:t>
          </a:r>
          <a:r>
            <a:rPr lang="en-IN" sz="1800" dirty="0"/>
            <a:t>: Evaluate the performance of different sales channels (e.g., online, retail, direct sales) and project their contributions to future sales.</a:t>
          </a:r>
        </a:p>
      </dgm:t>
    </dgm:pt>
    <dgm:pt modelId="{74E39FB7-A00B-4E13-A8A4-A8AA500C29A2}" type="sibTrans" cxnId="{CBCD5CAE-B7CF-4B45-8167-F560F0CD4DD8}">
      <dgm:prSet/>
      <dgm:spPr/>
      <dgm:t>
        <a:bodyPr/>
        <a:lstStyle/>
        <a:p>
          <a:endParaRPr lang="en-IN"/>
        </a:p>
      </dgm:t>
    </dgm:pt>
    <dgm:pt modelId="{353B8EAD-FF9C-4694-B763-FC8527AD0617}" type="parTrans" cxnId="{CBCD5CAE-B7CF-4B45-8167-F560F0CD4DD8}">
      <dgm:prSet/>
      <dgm:spPr/>
      <dgm:t>
        <a:bodyPr/>
        <a:lstStyle/>
        <a:p>
          <a:endParaRPr lang="en-IN"/>
        </a:p>
      </dgm:t>
    </dgm:pt>
    <dgm:pt modelId="{C9A04660-7CAB-433F-87F1-42518F8BB840}">
      <dgm:prSet custT="1"/>
      <dgm:spPr/>
      <dgm:t>
        <a:bodyPr/>
        <a:lstStyle/>
        <a:p>
          <a:pPr algn="just">
            <a:buFont typeface="Arial" panose="020B0604020202020204" pitchFamily="34" charset="0"/>
            <a:buNone/>
          </a:pPr>
          <a:r>
            <a:rPr lang="en-IN" sz="1800" b="1" dirty="0"/>
            <a:t>Product or Service Lifecycle</a:t>
          </a:r>
          <a:r>
            <a:rPr lang="en-IN" sz="1800" dirty="0"/>
            <a:t>: Consider the stage of your product or service lifecycle (introduction, growth, maturity, decline) and how it affects sales.</a:t>
          </a:r>
        </a:p>
      </dgm:t>
    </dgm:pt>
    <dgm:pt modelId="{CB837174-E954-4C29-ACC8-87C22C954904}" type="sibTrans" cxnId="{EA0A137E-A381-441A-A02F-C0E0507BD2FB}">
      <dgm:prSet/>
      <dgm:spPr/>
      <dgm:t>
        <a:bodyPr/>
        <a:lstStyle/>
        <a:p>
          <a:endParaRPr lang="en-IN"/>
        </a:p>
      </dgm:t>
    </dgm:pt>
    <dgm:pt modelId="{DD0BFF42-15CD-4EED-8477-AE6B85456F21}" type="parTrans" cxnId="{EA0A137E-A381-441A-A02F-C0E0507BD2FB}">
      <dgm:prSet/>
      <dgm:spPr/>
      <dgm:t>
        <a:bodyPr/>
        <a:lstStyle/>
        <a:p>
          <a:endParaRPr lang="en-IN"/>
        </a:p>
      </dgm:t>
    </dgm:pt>
    <dgm:pt modelId="{C8678957-B5EE-475D-84EE-D12F2E0D232C}">
      <dgm:prSet/>
      <dgm:spPr/>
      <dgm:t>
        <a:bodyPr/>
        <a:lstStyle/>
        <a:p>
          <a:r>
            <a:rPr lang="en-IN" b="1" i="0" dirty="0"/>
            <a:t>Sales forecasting is the process of estimating a company’s sales revenue for a specific time period – commonly a month, quarter, or year. A sales forecast is prediction of how much a company will sell in the future.</a:t>
          </a:r>
          <a:endParaRPr lang="en-IN" dirty="0"/>
        </a:p>
      </dgm:t>
    </dgm:pt>
    <dgm:pt modelId="{1068CAD8-E277-4BB7-9DFA-E35E6733EDFD}" type="parTrans" cxnId="{9558E52E-E960-4E11-B0CF-5E9D4E3C6C48}">
      <dgm:prSet/>
      <dgm:spPr/>
      <dgm:t>
        <a:bodyPr/>
        <a:lstStyle/>
        <a:p>
          <a:endParaRPr lang="en-IN"/>
        </a:p>
      </dgm:t>
    </dgm:pt>
    <dgm:pt modelId="{A32AF16E-79CB-4C9F-AD7B-DC46C05C8AB1}" type="sibTrans" cxnId="{9558E52E-E960-4E11-B0CF-5E9D4E3C6C48}">
      <dgm:prSet/>
      <dgm:spPr/>
      <dgm:t>
        <a:bodyPr/>
        <a:lstStyle/>
        <a:p>
          <a:endParaRPr lang="en-IN"/>
        </a:p>
      </dgm:t>
    </dgm:pt>
    <dgm:pt modelId="{E01044D5-D3BD-4B13-A2C1-57E73182B273}" type="pres">
      <dgm:prSet presAssocID="{3B8E59C2-D777-4AD2-84D7-6515BEDDC01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323053-15AF-45FF-965F-46542F158DAF}" type="pres">
      <dgm:prSet presAssocID="{B1C3A9F6-6DA9-43E9-8B48-E820875DA8E6}" presName="composite" presStyleCnt="0"/>
      <dgm:spPr/>
    </dgm:pt>
    <dgm:pt modelId="{F99E920A-4CBA-4867-84B9-E21574DCE222}" type="pres">
      <dgm:prSet presAssocID="{B1C3A9F6-6DA9-43E9-8B48-E820875DA8E6}" presName="bgChev" presStyleLbl="node1" presStyleIdx="0" presStyleCnt="2" custScaleY="158506" custLinFactNeighborX="-2714" custLinFactNeighborY="83899"/>
      <dgm:spPr/>
    </dgm:pt>
    <dgm:pt modelId="{BF81AFEE-9C0C-45FB-9295-F78C73039FA8}" type="pres">
      <dgm:prSet presAssocID="{B1C3A9F6-6DA9-43E9-8B48-E820875DA8E6}" presName="txNode" presStyleLbl="fgAcc1" presStyleIdx="0" presStyleCnt="2" custScaleX="147209" custScaleY="178549" custLinFactNeighborX="-8110" custLinFactNeighborY="-356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9A7983-412A-4E85-ABD6-B15943F97E15}" type="pres">
      <dgm:prSet presAssocID="{8BB76BB3-A578-474F-A318-64F18FD2A04B}" presName="compositeSpace" presStyleCnt="0"/>
      <dgm:spPr/>
    </dgm:pt>
    <dgm:pt modelId="{3CEC1098-C316-472A-BED8-E753A5E379AC}" type="pres">
      <dgm:prSet presAssocID="{C8678957-B5EE-475D-84EE-D12F2E0D232C}" presName="composite" presStyleCnt="0"/>
      <dgm:spPr/>
    </dgm:pt>
    <dgm:pt modelId="{DC89327D-946D-4CFC-9A6C-132D6ED1D971}" type="pres">
      <dgm:prSet presAssocID="{C8678957-B5EE-475D-84EE-D12F2E0D232C}" presName="bgChev" presStyleLbl="node1" presStyleIdx="1" presStyleCnt="2" custScaleX="39743" custScaleY="222793"/>
      <dgm:spPr/>
    </dgm:pt>
    <dgm:pt modelId="{AC939811-5725-4A5A-B4E6-A20D3F765509}" type="pres">
      <dgm:prSet presAssocID="{C8678957-B5EE-475D-84EE-D12F2E0D232C}" presName="txNode" presStyleLbl="fgAcc1" presStyleIdx="1" presStyleCnt="2" custScaleX="53903" custScaleY="279091" custLinFactY="-15623" custLinFactNeighborX="2146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E595807-27AA-45A5-B8E0-0775E2754BB8}" srcId="{B1C3A9F6-6DA9-43E9-8B48-E820875DA8E6}" destId="{341E488D-23F6-4FBA-8700-E76190C861E0}" srcOrd="1" destOrd="0" parTransId="{811D6E17-6A52-439E-81F1-A2CBB881590F}" sibTransId="{B8141ACA-A894-4847-B5F8-C4411F8DA04A}"/>
    <dgm:cxn modelId="{CBCD5CAE-B7CF-4B45-8167-F560F0CD4DD8}" srcId="{B1C3A9F6-6DA9-43E9-8B48-E820875DA8E6}" destId="{FB834BD0-B0DE-4CB3-BD23-C77EA8B5CE92}" srcOrd="3" destOrd="0" parTransId="{353B8EAD-FF9C-4694-B763-FC8527AD0617}" sibTransId="{74E39FB7-A00B-4E13-A8A4-A8AA500C29A2}"/>
    <dgm:cxn modelId="{E667C618-B870-47FA-9499-3C9C25182C99}" type="presOf" srcId="{C9A04660-7CAB-433F-87F1-42518F8BB840}" destId="{BF81AFEE-9C0C-45FB-9295-F78C73039FA8}" srcOrd="0" destOrd="5" presId="urn:microsoft.com/office/officeart/2005/8/layout/chevronAccent+Icon"/>
    <dgm:cxn modelId="{F6FE47CC-20BD-487E-89E7-D96BE815FAA6}" type="presOf" srcId="{341E488D-23F6-4FBA-8700-E76190C861E0}" destId="{BF81AFEE-9C0C-45FB-9295-F78C73039FA8}" srcOrd="0" destOrd="2" presId="urn:microsoft.com/office/officeart/2005/8/layout/chevronAccent+Icon"/>
    <dgm:cxn modelId="{69AD3EF3-7B86-4694-BDB9-82941172F640}" srcId="{B1C3A9F6-6DA9-43E9-8B48-E820875DA8E6}" destId="{270ADEDA-58A1-4DA2-9DBA-50ACED4E092E}" srcOrd="2" destOrd="0" parTransId="{4F7C976A-6CD9-4FA6-8949-2523AD91ACDD}" sibTransId="{F3FDB5F9-9D6A-4DD9-B763-69739859BC56}"/>
    <dgm:cxn modelId="{578B8980-4013-47C5-BE28-C7C148E6AF2C}" type="presOf" srcId="{FB834BD0-B0DE-4CB3-BD23-C77EA8B5CE92}" destId="{BF81AFEE-9C0C-45FB-9295-F78C73039FA8}" srcOrd="0" destOrd="4" presId="urn:microsoft.com/office/officeart/2005/8/layout/chevronAccent+Icon"/>
    <dgm:cxn modelId="{EA0A137E-A381-441A-A02F-C0E0507BD2FB}" srcId="{B1C3A9F6-6DA9-43E9-8B48-E820875DA8E6}" destId="{C9A04660-7CAB-433F-87F1-42518F8BB840}" srcOrd="4" destOrd="0" parTransId="{DD0BFF42-15CD-4EED-8477-AE6B85456F21}" sibTransId="{CB837174-E954-4C29-ACC8-87C22C954904}"/>
    <dgm:cxn modelId="{BF559125-D3F6-4C7E-A316-F5A681029F16}" srcId="{B1C3A9F6-6DA9-43E9-8B48-E820875DA8E6}" destId="{F3E3FD4E-0CE4-4783-8A8F-FB8B7E9124EE}" srcOrd="0" destOrd="0" parTransId="{56511CB5-888B-4794-BF23-D70008A8E967}" sibTransId="{67AAE167-DDDF-4DFB-967E-8C82F58AD408}"/>
    <dgm:cxn modelId="{86915DE5-F146-4149-99D3-ECE453F07CA8}" srcId="{3B8E59C2-D777-4AD2-84D7-6515BEDDC017}" destId="{B1C3A9F6-6DA9-43E9-8B48-E820875DA8E6}" srcOrd="0" destOrd="0" parTransId="{EA643542-B5FE-4B2D-9777-16253E3E7B62}" sibTransId="{8BB76BB3-A578-474F-A318-64F18FD2A04B}"/>
    <dgm:cxn modelId="{A3051ED2-FADC-4B09-BB16-3C7B409E40AA}" type="presOf" srcId="{F3E3FD4E-0CE4-4783-8A8F-FB8B7E9124EE}" destId="{BF81AFEE-9C0C-45FB-9295-F78C73039FA8}" srcOrd="0" destOrd="1" presId="urn:microsoft.com/office/officeart/2005/8/layout/chevronAccent+Icon"/>
    <dgm:cxn modelId="{03258BE3-86DA-43A9-94B7-0C3E3C44502D}" type="presOf" srcId="{B1C3A9F6-6DA9-43E9-8B48-E820875DA8E6}" destId="{BF81AFEE-9C0C-45FB-9295-F78C73039FA8}" srcOrd="0" destOrd="0" presId="urn:microsoft.com/office/officeart/2005/8/layout/chevronAccent+Icon"/>
    <dgm:cxn modelId="{DC80BB3F-3792-4C8B-8CA2-9CC5AD3C6ED1}" type="presOf" srcId="{3B8E59C2-D777-4AD2-84D7-6515BEDDC017}" destId="{E01044D5-D3BD-4B13-A2C1-57E73182B273}" srcOrd="0" destOrd="0" presId="urn:microsoft.com/office/officeart/2005/8/layout/chevronAccent+Icon"/>
    <dgm:cxn modelId="{B6756EA5-7A85-42D6-BD8F-EAFD42D4D697}" type="presOf" srcId="{270ADEDA-58A1-4DA2-9DBA-50ACED4E092E}" destId="{BF81AFEE-9C0C-45FB-9295-F78C73039FA8}" srcOrd="0" destOrd="3" presId="urn:microsoft.com/office/officeart/2005/8/layout/chevronAccent+Icon"/>
    <dgm:cxn modelId="{844728F2-0EDD-47FE-94FB-0888E35AEB37}" type="presOf" srcId="{C8678957-B5EE-475D-84EE-D12F2E0D232C}" destId="{AC939811-5725-4A5A-B4E6-A20D3F765509}" srcOrd="0" destOrd="0" presId="urn:microsoft.com/office/officeart/2005/8/layout/chevronAccent+Icon"/>
    <dgm:cxn modelId="{9558E52E-E960-4E11-B0CF-5E9D4E3C6C48}" srcId="{3B8E59C2-D777-4AD2-84D7-6515BEDDC017}" destId="{C8678957-B5EE-475D-84EE-D12F2E0D232C}" srcOrd="1" destOrd="0" parTransId="{1068CAD8-E277-4BB7-9DFA-E35E6733EDFD}" sibTransId="{A32AF16E-79CB-4C9F-AD7B-DC46C05C8AB1}"/>
    <dgm:cxn modelId="{A6315FE8-C765-4E63-8EC7-7359D3373C58}" type="presParOf" srcId="{E01044D5-D3BD-4B13-A2C1-57E73182B273}" destId="{D9323053-15AF-45FF-965F-46542F158DAF}" srcOrd="0" destOrd="0" presId="urn:microsoft.com/office/officeart/2005/8/layout/chevronAccent+Icon"/>
    <dgm:cxn modelId="{D1C9EBA2-DE16-42D3-9AFE-34C06BB3D815}" type="presParOf" srcId="{D9323053-15AF-45FF-965F-46542F158DAF}" destId="{F99E920A-4CBA-4867-84B9-E21574DCE222}" srcOrd="0" destOrd="0" presId="urn:microsoft.com/office/officeart/2005/8/layout/chevronAccent+Icon"/>
    <dgm:cxn modelId="{21C3E9B0-B4D5-4881-8275-43A9D453D644}" type="presParOf" srcId="{D9323053-15AF-45FF-965F-46542F158DAF}" destId="{BF81AFEE-9C0C-45FB-9295-F78C73039FA8}" srcOrd="1" destOrd="0" presId="urn:microsoft.com/office/officeart/2005/8/layout/chevronAccent+Icon"/>
    <dgm:cxn modelId="{942B9356-1DBD-42EB-AA75-46D07BE106C2}" type="presParOf" srcId="{E01044D5-D3BD-4B13-A2C1-57E73182B273}" destId="{5D9A7983-412A-4E85-ABD6-B15943F97E15}" srcOrd="1" destOrd="0" presId="urn:microsoft.com/office/officeart/2005/8/layout/chevronAccent+Icon"/>
    <dgm:cxn modelId="{0C230190-CC40-4551-AFF7-1D82D865A503}" type="presParOf" srcId="{E01044D5-D3BD-4B13-A2C1-57E73182B273}" destId="{3CEC1098-C316-472A-BED8-E753A5E379AC}" srcOrd="2" destOrd="0" presId="urn:microsoft.com/office/officeart/2005/8/layout/chevronAccent+Icon"/>
    <dgm:cxn modelId="{30B01F59-5405-4359-A849-21227BA54945}" type="presParOf" srcId="{3CEC1098-C316-472A-BED8-E753A5E379AC}" destId="{DC89327D-946D-4CFC-9A6C-132D6ED1D971}" srcOrd="0" destOrd="0" presId="urn:microsoft.com/office/officeart/2005/8/layout/chevronAccent+Icon"/>
    <dgm:cxn modelId="{6A3D2395-F732-4C57-956E-4EB690C9452D}" type="presParOf" srcId="{3CEC1098-C316-472A-BED8-E753A5E379AC}" destId="{AC939811-5725-4A5A-B4E6-A20D3F765509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B8E59C2-D777-4AD2-84D7-6515BEDDC017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C3A9F6-6DA9-43E9-8B48-E820875DA8E6}">
      <dgm:prSet/>
      <dgm:spPr/>
      <dgm:t>
        <a:bodyPr/>
        <a:lstStyle/>
        <a:p>
          <a:pPr algn="l"/>
          <a:r>
            <a:rPr lang="en-IN" b="1" dirty="0"/>
            <a:t>Marketing Forecasting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IN" b="1" dirty="0"/>
            <a:t>Market Research</a:t>
          </a:r>
          <a:r>
            <a:rPr lang="en-IN" dirty="0"/>
            <a:t>: Conduct research to understand market demand, customer preferences, and competitive dynamics.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IN" b="1" dirty="0"/>
            <a:t>Marketing Strategy</a:t>
          </a:r>
          <a:r>
            <a:rPr lang="en-IN" dirty="0"/>
            <a:t>: Develop and forecast the impact of various marketing strategies and campaigns, such as promotions, advertising, and content marketing.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IN" b="1" dirty="0"/>
            <a:t>Budget Allocation</a:t>
          </a:r>
          <a:r>
            <a:rPr lang="en-IN" dirty="0"/>
            <a:t>: Plan and allocate the marketing budget across different channels and activities based on expected returns.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IN" b="1" dirty="0"/>
            <a:t>Customer Acquisition</a:t>
          </a:r>
          <a:r>
            <a:rPr lang="en-IN" dirty="0"/>
            <a:t>: Forecast the number of new customers expected to be acquired through marketing efforts and estimate their potential lifetime value.</a:t>
          </a:r>
        </a:p>
        <a:p>
          <a:pPr algn="just">
            <a:buFont typeface="Arial" panose="020B0604020202020204" pitchFamily="34" charset="0"/>
            <a:buChar char="•"/>
          </a:pPr>
          <a:r>
            <a:rPr lang="en-IN" b="1" dirty="0"/>
            <a:t>Brand Performance</a:t>
          </a:r>
          <a:r>
            <a:rPr lang="en-IN" dirty="0"/>
            <a:t>: Assess how brand awareness and reputation will influence marketing outcomes and customer engagement</a:t>
          </a:r>
        </a:p>
      </dgm:t>
    </dgm:pt>
    <dgm:pt modelId="{EA643542-B5FE-4B2D-9777-16253E3E7B62}" type="parTrans" cxnId="{86915DE5-F146-4149-99D3-ECE453F07CA8}">
      <dgm:prSet/>
      <dgm:spPr/>
      <dgm:t>
        <a:bodyPr/>
        <a:lstStyle/>
        <a:p>
          <a:endParaRPr lang="en-IN"/>
        </a:p>
      </dgm:t>
    </dgm:pt>
    <dgm:pt modelId="{8BB76BB3-A578-474F-A318-64F18FD2A04B}" type="sibTrans" cxnId="{86915DE5-F146-4149-99D3-ECE453F07CA8}">
      <dgm:prSet/>
      <dgm:spPr/>
      <dgm:t>
        <a:bodyPr/>
        <a:lstStyle/>
        <a:p>
          <a:endParaRPr lang="en-IN"/>
        </a:p>
      </dgm:t>
    </dgm:pt>
    <dgm:pt modelId="{E3FDEDCB-D223-4961-A81D-45013874D9CA}">
      <dgm:prSet custT="1"/>
      <dgm:spPr/>
      <dgm:t>
        <a:bodyPr/>
        <a:lstStyle/>
        <a:p>
          <a:pPr algn="ctr"/>
          <a:r>
            <a:rPr lang="en-IN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A marketing forecast is an analysis that projects the future trends, characteristics and numbers </a:t>
          </a:r>
          <a:r>
            <a: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(potential sales figures based on current data and market research)</a:t>
          </a:r>
          <a:r>
            <a:rPr lang="en-IN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 your target market. It provides anticipated numbers that a company expects based upon market research.</a:t>
          </a:r>
        </a:p>
      </dgm:t>
    </dgm:pt>
    <dgm:pt modelId="{8E51C600-E25C-4CBA-8F66-A7445B1EA3D5}" type="parTrans" cxnId="{3D54805B-24CB-40D5-8426-8043F0CF66E4}">
      <dgm:prSet/>
      <dgm:spPr/>
      <dgm:t>
        <a:bodyPr/>
        <a:lstStyle/>
        <a:p>
          <a:endParaRPr lang="en-IN"/>
        </a:p>
      </dgm:t>
    </dgm:pt>
    <dgm:pt modelId="{F6F7ED5F-D0B1-4AFE-ACB4-653589FD64A0}" type="sibTrans" cxnId="{3D54805B-24CB-40D5-8426-8043F0CF66E4}">
      <dgm:prSet/>
      <dgm:spPr/>
      <dgm:t>
        <a:bodyPr/>
        <a:lstStyle/>
        <a:p>
          <a:endParaRPr lang="en-IN"/>
        </a:p>
      </dgm:t>
    </dgm:pt>
    <dgm:pt modelId="{E01044D5-D3BD-4B13-A2C1-57E73182B273}" type="pres">
      <dgm:prSet presAssocID="{3B8E59C2-D777-4AD2-84D7-6515BEDDC01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323053-15AF-45FF-965F-46542F158DAF}" type="pres">
      <dgm:prSet presAssocID="{B1C3A9F6-6DA9-43E9-8B48-E820875DA8E6}" presName="composite" presStyleCnt="0"/>
      <dgm:spPr/>
    </dgm:pt>
    <dgm:pt modelId="{F99E920A-4CBA-4867-84B9-E21574DCE222}" type="pres">
      <dgm:prSet presAssocID="{B1C3A9F6-6DA9-43E9-8B48-E820875DA8E6}" presName="bgChev" presStyleLbl="node1" presStyleIdx="0" presStyleCnt="2" custScaleY="158506" custLinFactNeighborX="-2714" custLinFactNeighborY="83899"/>
      <dgm:spPr/>
    </dgm:pt>
    <dgm:pt modelId="{BF81AFEE-9C0C-45FB-9295-F78C73039FA8}" type="pres">
      <dgm:prSet presAssocID="{B1C3A9F6-6DA9-43E9-8B48-E820875DA8E6}" presName="txNode" presStyleLbl="fgAcc1" presStyleIdx="0" presStyleCnt="2" custScaleX="122204" custScaleY="304824" custLinFactNeighborX="-450" custLinFactNeighborY="-78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6CC970-FAAB-4E42-BC6B-70975E9A2A1B}" type="pres">
      <dgm:prSet presAssocID="{8BB76BB3-A578-474F-A318-64F18FD2A04B}" presName="compositeSpace" presStyleCnt="0"/>
      <dgm:spPr/>
    </dgm:pt>
    <dgm:pt modelId="{AF58A876-B677-4463-A0F1-22D270FA3660}" type="pres">
      <dgm:prSet presAssocID="{E3FDEDCB-D223-4961-A81D-45013874D9CA}" presName="composite" presStyleCnt="0"/>
      <dgm:spPr/>
    </dgm:pt>
    <dgm:pt modelId="{A65F955B-3875-4B3D-90C5-C9E2DE79FAD8}" type="pres">
      <dgm:prSet presAssocID="{E3FDEDCB-D223-4961-A81D-45013874D9CA}" presName="bgChev" presStyleLbl="node1" presStyleIdx="1" presStyleCnt="2"/>
      <dgm:spPr/>
    </dgm:pt>
    <dgm:pt modelId="{509A7112-039E-42DC-BB4E-AED1B9AA6C8C}" type="pres">
      <dgm:prSet presAssocID="{E3FDEDCB-D223-4961-A81D-45013874D9CA}" presName="txNode" presStyleLbl="fgAcc1" presStyleIdx="1" presStyleCnt="2" custScaleY="33467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80BB3F-3792-4C8B-8CA2-9CC5AD3C6ED1}" type="presOf" srcId="{3B8E59C2-D777-4AD2-84D7-6515BEDDC017}" destId="{E01044D5-D3BD-4B13-A2C1-57E73182B273}" srcOrd="0" destOrd="0" presId="urn:microsoft.com/office/officeart/2005/8/layout/chevronAccent+Icon"/>
    <dgm:cxn modelId="{86915DE5-F146-4149-99D3-ECE453F07CA8}" srcId="{3B8E59C2-D777-4AD2-84D7-6515BEDDC017}" destId="{B1C3A9F6-6DA9-43E9-8B48-E820875DA8E6}" srcOrd="0" destOrd="0" parTransId="{EA643542-B5FE-4B2D-9777-16253E3E7B62}" sibTransId="{8BB76BB3-A578-474F-A318-64F18FD2A04B}"/>
    <dgm:cxn modelId="{3D54805B-24CB-40D5-8426-8043F0CF66E4}" srcId="{3B8E59C2-D777-4AD2-84D7-6515BEDDC017}" destId="{E3FDEDCB-D223-4961-A81D-45013874D9CA}" srcOrd="1" destOrd="0" parTransId="{8E51C600-E25C-4CBA-8F66-A7445B1EA3D5}" sibTransId="{F6F7ED5F-D0B1-4AFE-ACB4-653589FD64A0}"/>
    <dgm:cxn modelId="{B8FB0A78-6982-4A90-BB63-7EFE16559B78}" type="presOf" srcId="{E3FDEDCB-D223-4961-A81D-45013874D9CA}" destId="{509A7112-039E-42DC-BB4E-AED1B9AA6C8C}" srcOrd="0" destOrd="0" presId="urn:microsoft.com/office/officeart/2005/8/layout/chevronAccent+Icon"/>
    <dgm:cxn modelId="{03258BE3-86DA-43A9-94B7-0C3E3C44502D}" type="presOf" srcId="{B1C3A9F6-6DA9-43E9-8B48-E820875DA8E6}" destId="{BF81AFEE-9C0C-45FB-9295-F78C73039FA8}" srcOrd="0" destOrd="0" presId="urn:microsoft.com/office/officeart/2005/8/layout/chevronAccent+Icon"/>
    <dgm:cxn modelId="{A6315FE8-C765-4E63-8EC7-7359D3373C58}" type="presParOf" srcId="{E01044D5-D3BD-4B13-A2C1-57E73182B273}" destId="{D9323053-15AF-45FF-965F-46542F158DAF}" srcOrd="0" destOrd="0" presId="urn:microsoft.com/office/officeart/2005/8/layout/chevronAccent+Icon"/>
    <dgm:cxn modelId="{D1C9EBA2-DE16-42D3-9AFE-34C06BB3D815}" type="presParOf" srcId="{D9323053-15AF-45FF-965F-46542F158DAF}" destId="{F99E920A-4CBA-4867-84B9-E21574DCE222}" srcOrd="0" destOrd="0" presId="urn:microsoft.com/office/officeart/2005/8/layout/chevronAccent+Icon"/>
    <dgm:cxn modelId="{21C3E9B0-B4D5-4881-8275-43A9D453D644}" type="presParOf" srcId="{D9323053-15AF-45FF-965F-46542F158DAF}" destId="{BF81AFEE-9C0C-45FB-9295-F78C73039FA8}" srcOrd="1" destOrd="0" presId="urn:microsoft.com/office/officeart/2005/8/layout/chevronAccent+Icon"/>
    <dgm:cxn modelId="{B353FA4D-3F5E-46DE-9675-A27DE4AEF913}" type="presParOf" srcId="{E01044D5-D3BD-4B13-A2C1-57E73182B273}" destId="{B16CC970-FAAB-4E42-BC6B-70975E9A2A1B}" srcOrd="1" destOrd="0" presId="urn:microsoft.com/office/officeart/2005/8/layout/chevronAccent+Icon"/>
    <dgm:cxn modelId="{F618E412-B5EF-4745-B0D0-232E8B60C7D4}" type="presParOf" srcId="{E01044D5-D3BD-4B13-A2C1-57E73182B273}" destId="{AF58A876-B677-4463-A0F1-22D270FA3660}" srcOrd="2" destOrd="0" presId="urn:microsoft.com/office/officeart/2005/8/layout/chevronAccent+Icon"/>
    <dgm:cxn modelId="{C0997740-872B-47BF-B061-34B5A1D2691E}" type="presParOf" srcId="{AF58A876-B677-4463-A0F1-22D270FA3660}" destId="{A65F955B-3875-4B3D-90C5-C9E2DE79FAD8}" srcOrd="0" destOrd="0" presId="urn:microsoft.com/office/officeart/2005/8/layout/chevronAccent+Icon"/>
    <dgm:cxn modelId="{B3F71EE3-7D71-4865-938D-0ECF51FE4897}" type="presParOf" srcId="{AF58A876-B677-4463-A0F1-22D270FA3660}" destId="{509A7112-039E-42DC-BB4E-AED1B9AA6C8C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425C8-EE7A-4212-AE0E-64A4E98BCB36}">
      <dsp:nvSpPr>
        <dsp:cNvPr id="0" name=""/>
        <dsp:cNvSpPr/>
      </dsp:nvSpPr>
      <dsp:spPr>
        <a:xfrm>
          <a:off x="3361507" y="416210"/>
          <a:ext cx="3161743" cy="31617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u="none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components of entrepreneurial strategy:</a:t>
          </a:r>
        </a:p>
      </dsp:txBody>
      <dsp:txXfrm>
        <a:off x="4287560" y="1342263"/>
        <a:ext cx="2235690" cy="2235690"/>
      </dsp:txXfrm>
    </dsp:sp>
    <dsp:sp modelId="{AE433F1F-4C9B-4CA4-938B-F47CFFF9BF70}">
      <dsp:nvSpPr>
        <dsp:cNvPr id="0" name=""/>
        <dsp:cNvSpPr/>
      </dsp:nvSpPr>
      <dsp:spPr>
        <a:xfrm rot="5400000">
          <a:off x="6669289" y="416210"/>
          <a:ext cx="3161743" cy="31617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kern="1200">
              <a:latin typeface="Times New Roman" panose="02020603050405020304" pitchFamily="18" charset="0"/>
              <a:cs typeface="Times New Roman" panose="02020603050405020304" pitchFamily="18" charset="0"/>
            </a:rPr>
            <a:t>The opportunity - The opportunity is the problem or need that the entrepreneur wants to solve or satisfy with their product or service. </a:t>
          </a:r>
        </a:p>
      </dsp:txBody>
      <dsp:txXfrm rot="-5400000">
        <a:off x="6669289" y="1342263"/>
        <a:ext cx="2235690" cy="2235690"/>
      </dsp:txXfrm>
    </dsp:sp>
    <dsp:sp modelId="{61C79C50-A6F1-429B-B165-732C32D1C951}">
      <dsp:nvSpPr>
        <dsp:cNvPr id="0" name=""/>
        <dsp:cNvSpPr/>
      </dsp:nvSpPr>
      <dsp:spPr>
        <a:xfrm rot="10800000">
          <a:off x="6669289" y="3723992"/>
          <a:ext cx="3161743" cy="31617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resources - The resources are the assets and capabilities that the entrepreneur can use or acquire to exploit the opportunity. </a:t>
          </a:r>
        </a:p>
      </dsp:txBody>
      <dsp:txXfrm rot="10800000">
        <a:off x="6669289" y="3723992"/>
        <a:ext cx="2235690" cy="2235690"/>
      </dsp:txXfrm>
    </dsp:sp>
    <dsp:sp modelId="{4A24E571-4543-426F-B2A5-9661B0E16117}">
      <dsp:nvSpPr>
        <dsp:cNvPr id="0" name=""/>
        <dsp:cNvSpPr/>
      </dsp:nvSpPr>
      <dsp:spPr>
        <a:xfrm rot="16200000">
          <a:off x="3361507" y="3723992"/>
          <a:ext cx="3161743" cy="31617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team - The team is the group of people who share the entrepreneur's vision and work together to execute the strategy.</a:t>
          </a:r>
        </a:p>
      </dsp:txBody>
      <dsp:txXfrm rot="5400000">
        <a:off x="4287560" y="3723992"/>
        <a:ext cx="2235690" cy="2235690"/>
      </dsp:txXfrm>
    </dsp:sp>
    <dsp:sp modelId="{4012CB3F-0CED-4841-9AE6-6AF90E79E0BE}">
      <dsp:nvSpPr>
        <dsp:cNvPr id="0" name=""/>
        <dsp:cNvSpPr/>
      </dsp:nvSpPr>
      <dsp:spPr>
        <a:xfrm>
          <a:off x="6050449" y="2993798"/>
          <a:ext cx="1091641" cy="949253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B25EE2B-86C5-454E-B93D-5E2C371E4C02}">
      <dsp:nvSpPr>
        <dsp:cNvPr id="0" name=""/>
        <dsp:cNvSpPr/>
      </dsp:nvSpPr>
      <dsp:spPr>
        <a:xfrm rot="10800000">
          <a:off x="6050449" y="3358895"/>
          <a:ext cx="1091641" cy="949253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C6276-F759-49E3-A41B-CFA51B2FD67D}">
      <dsp:nvSpPr>
        <dsp:cNvPr id="0" name=""/>
        <dsp:cNvSpPr/>
      </dsp:nvSpPr>
      <dsp:spPr>
        <a:xfrm>
          <a:off x="0" y="10"/>
          <a:ext cx="12192000" cy="6456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600" kern="1200" dirty="0">
              <a:solidFill>
                <a:srgbClr val="FF0000"/>
              </a:solidFill>
            </a:rPr>
            <a:t>Key Tactics For Mastering Entrepreneurial Strategy</a:t>
          </a:r>
          <a:r>
            <a:rPr lang="en-IN" sz="1800" kern="1200" dirty="0">
              <a:solidFill>
                <a:srgbClr val="FF0000"/>
              </a:solidFill>
            </a:rPr>
            <a:t>:</a:t>
          </a:r>
        </a:p>
      </dsp:txBody>
      <dsp:txXfrm>
        <a:off x="0" y="10"/>
        <a:ext cx="12192000" cy="3486328"/>
      </dsp:txXfrm>
    </dsp:sp>
    <dsp:sp modelId="{608DD59F-BF88-45AB-8C61-26BEEFD340B9}">
      <dsp:nvSpPr>
        <dsp:cNvPr id="0" name=""/>
        <dsp:cNvSpPr/>
      </dsp:nvSpPr>
      <dsp:spPr>
        <a:xfrm>
          <a:off x="0" y="2929161"/>
          <a:ext cx="1741289" cy="32280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Identifying and validating a problem-solution fit and a product-market fit, ensuring the venture addresses real customer needs effectively.</a:t>
          </a:r>
        </a:p>
      </dsp:txBody>
      <dsp:txXfrm>
        <a:off x="0" y="2929161"/>
        <a:ext cx="1741289" cy="3228062"/>
      </dsp:txXfrm>
    </dsp:sp>
    <dsp:sp modelId="{87EF3460-98E6-4D86-9A53-ECA3C7A0713B}">
      <dsp:nvSpPr>
        <dsp:cNvPr id="0" name=""/>
        <dsp:cNvSpPr/>
      </dsp:nvSpPr>
      <dsp:spPr>
        <a:xfrm>
          <a:off x="1742794" y="2471346"/>
          <a:ext cx="1741289" cy="29698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/>
            <a:t>Developing and testing a viable and scalable business model to sustainably deliver value, generate revenue, and manage costs.</a:t>
          </a:r>
        </a:p>
      </dsp:txBody>
      <dsp:txXfrm>
        <a:off x="1742794" y="2471346"/>
        <a:ext cx="1741289" cy="2969835"/>
      </dsp:txXfrm>
    </dsp:sp>
    <dsp:sp modelId="{CE5F755C-4EE6-4D61-B4AB-8E93221B191B}">
      <dsp:nvSpPr>
        <dsp:cNvPr id="0" name=""/>
        <dsp:cNvSpPr/>
      </dsp:nvSpPr>
      <dsp:spPr>
        <a:xfrm>
          <a:off x="3515444" y="2562416"/>
          <a:ext cx="1741289" cy="32280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Crafting and communicating a compelling value proposition that differentiates the venture and resonates with target customers.</a:t>
          </a:r>
        </a:p>
      </dsp:txBody>
      <dsp:txXfrm>
        <a:off x="3515444" y="2562416"/>
        <a:ext cx="1741289" cy="3228062"/>
      </dsp:txXfrm>
    </dsp:sp>
    <dsp:sp modelId="{3D36DF9F-F2CB-4768-A530-4D4111DF9610}">
      <dsp:nvSpPr>
        <dsp:cNvPr id="0" name=""/>
        <dsp:cNvSpPr/>
      </dsp:nvSpPr>
      <dsp:spPr>
        <a:xfrm>
          <a:off x="5225355" y="2610676"/>
          <a:ext cx="1741289" cy="32834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Building and managing a strong team aligned with the venture's vision, mission, and values, crucial for execution and innovation.</a:t>
          </a:r>
        </a:p>
      </dsp:txBody>
      <dsp:txXfrm>
        <a:off x="5225355" y="2610676"/>
        <a:ext cx="1741289" cy="3283479"/>
      </dsp:txXfrm>
    </dsp:sp>
    <dsp:sp modelId="{A65448B3-AE53-4364-A51B-8365FC220170}">
      <dsp:nvSpPr>
        <dsp:cNvPr id="0" name=""/>
        <dsp:cNvSpPr/>
      </dsp:nvSpPr>
      <dsp:spPr>
        <a:xfrm>
          <a:off x="6984875" y="2549586"/>
          <a:ext cx="1741289" cy="39505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Securing and allocating resources effectively across financial, human, physical, and intangible assets to support growth and operations.</a:t>
          </a:r>
        </a:p>
      </dsp:txBody>
      <dsp:txXfrm>
        <a:off x="6984875" y="2549586"/>
        <a:ext cx="1741289" cy="3950504"/>
      </dsp:txXfrm>
    </dsp:sp>
    <dsp:sp modelId="{2328D9A1-E74D-4761-93B8-79F24AB0E2C0}">
      <dsp:nvSpPr>
        <dsp:cNvPr id="0" name=""/>
        <dsp:cNvSpPr/>
      </dsp:nvSpPr>
      <dsp:spPr>
        <a:xfrm>
          <a:off x="8730970" y="2487413"/>
          <a:ext cx="1741289" cy="29698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Establishing and maintaining a competitive advantage through superior value, quality, service, or by leveraging niche markets or strategic alliances.</a:t>
          </a:r>
        </a:p>
      </dsp:txBody>
      <dsp:txXfrm>
        <a:off x="8730970" y="2487413"/>
        <a:ext cx="1741289" cy="2969835"/>
      </dsp:txXfrm>
    </dsp:sp>
    <dsp:sp modelId="{CACE79C5-A8CD-43EA-9C7C-801947030806}">
      <dsp:nvSpPr>
        <dsp:cNvPr id="0" name=""/>
        <dsp:cNvSpPr/>
      </dsp:nvSpPr>
      <dsp:spPr>
        <a:xfrm>
          <a:off x="10450710" y="2152727"/>
          <a:ext cx="1741289" cy="40286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Experimenting and iterating based on feedback and data to refine strategies, business models, and value propositions, ensuring continuous improvement and adaptation.</a:t>
          </a:r>
        </a:p>
      </dsp:txBody>
      <dsp:txXfrm>
        <a:off x="10450710" y="2152727"/>
        <a:ext cx="1741289" cy="40286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1108B-870F-4616-AEE4-92FA48928BE1}">
      <dsp:nvSpPr>
        <dsp:cNvPr id="0" name=""/>
        <dsp:cNvSpPr/>
      </dsp:nvSpPr>
      <dsp:spPr>
        <a:xfrm>
          <a:off x="21" y="5806"/>
          <a:ext cx="11330587" cy="6365168"/>
        </a:xfrm>
        <a:prstGeom prst="round2Same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33020" rIns="99060" bIns="3302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b="1" strike="noStrike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Entrepreneurial Strategies: </a:t>
          </a:r>
          <a:endParaRPr lang="en-IN" sz="2600" strike="noStrike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Differentiation Entrepreneurial Strategy- </a:t>
          </a:r>
          <a:r>
            <a:rPr lang="en-IN" sz="2000" strike="noStrike" kern="1200" dirty="0"/>
            <a:t>This strategy encourages business owners to concentrate on creating goods or services that stand out from the competition due to their special qualities, high standards, or creative features.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Cost Leadership Entrepreneurial Strategy</a:t>
          </a:r>
          <a:endParaRPr lang="en-IN" sz="2000" strike="noStrike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Niche Market Targeting Entrepreneurial Strategy - </a:t>
          </a:r>
          <a:r>
            <a:rPr lang="en-IN" sz="2000" strike="noStrike" kern="1200" dirty="0"/>
            <a:t>The niche market targeting entrepreneurial strategy is a focused approach that aims to capture a specific segment of customers with unique needs or preferences.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Innovation and Disruption Entrepreneurial Strategy - </a:t>
          </a:r>
          <a:endParaRPr lang="en-IN" sz="2000" strike="noStrike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Strategic Partnerships and Alliances Entrepreneurial Strategy</a:t>
          </a:r>
          <a:endParaRPr lang="en-IN" sz="2000" strike="noStrike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Market Segmentation Entrepreneurial Strategy - </a:t>
          </a:r>
          <a:r>
            <a:rPr lang="en-IN" sz="2000" strike="noStrike" kern="1200" dirty="0"/>
            <a:t>a broader market into distinct segments based on specific characteristics, such as demographics,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Diversification Entrepreneurial Strategy - </a:t>
          </a:r>
          <a:r>
            <a:rPr lang="en-IN" sz="2000" strike="noStrike" kern="1200" dirty="0"/>
            <a:t>expanding a business’s product or service offerings into new markets or industries.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Product Development Entrepreneurial Strategy</a:t>
          </a:r>
          <a:endParaRPr lang="en-IN" sz="2000" strike="noStrike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Market Penetration Entrepreneurial Strategy</a:t>
          </a:r>
          <a:endParaRPr lang="en-IN" sz="2000" strike="noStrike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Franchising Entrepreneurial Strategy</a:t>
          </a:r>
          <a:endParaRPr lang="en-IN" sz="2000" strike="noStrike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strike="noStrike" kern="1200" dirty="0"/>
            <a:t>Blue Ocean Entrepreneurial Strategy - </a:t>
          </a:r>
          <a:r>
            <a:rPr lang="en-IN" sz="2000" strike="noStrike" kern="1200" dirty="0"/>
            <a:t>The Blue Ocean Strategy is an entrepreneurial strategy that focuses on creating new market spaces where competition is minimal or non-existent.</a:t>
          </a:r>
        </a:p>
      </dsp:txBody>
      <dsp:txXfrm>
        <a:off x="310743" y="316528"/>
        <a:ext cx="10709143" cy="60544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20454-336F-4C5C-827B-0C0BF13094BD}">
      <dsp:nvSpPr>
        <dsp:cNvPr id="0" name=""/>
        <dsp:cNvSpPr/>
      </dsp:nvSpPr>
      <dsp:spPr>
        <a:xfrm>
          <a:off x="0" y="687456"/>
          <a:ext cx="11701670" cy="11547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/>
            <a:t>Vertical Integration Entrepreneurial Strategy- The entrepreneurial strategy of vertical integration entails the extension of a company’s activities by the acquisition or control of numerous supply chain stages, from the procurement of raw materials through the distribution of the finished good or service.</a:t>
          </a:r>
        </a:p>
      </dsp:txBody>
      <dsp:txXfrm>
        <a:off x="56372" y="743828"/>
        <a:ext cx="11588926" cy="1042045"/>
      </dsp:txXfrm>
    </dsp:sp>
    <dsp:sp modelId="{AEDD27AD-1AE7-4C9F-A5AD-1BCC6A6B0E69}">
      <dsp:nvSpPr>
        <dsp:cNvPr id="0" name=""/>
        <dsp:cNvSpPr/>
      </dsp:nvSpPr>
      <dsp:spPr>
        <a:xfrm>
          <a:off x="0" y="1902726"/>
          <a:ext cx="11701670" cy="11547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/>
            <a:t>Value Chain Analysis Entrepreneurial Strategy - The Value Chain Analysis entrepreneurial strategy involves identifying and analysing the various activities and processes that create value within a business.</a:t>
          </a:r>
        </a:p>
      </dsp:txBody>
      <dsp:txXfrm>
        <a:off x="56372" y="1959098"/>
        <a:ext cx="11588926" cy="1042045"/>
      </dsp:txXfrm>
    </dsp:sp>
    <dsp:sp modelId="{7FB98C0A-1381-4E1A-8636-BE1646A2DF04}">
      <dsp:nvSpPr>
        <dsp:cNvPr id="0" name=""/>
        <dsp:cNvSpPr/>
      </dsp:nvSpPr>
      <dsp:spPr>
        <a:xfrm>
          <a:off x="0" y="3117996"/>
          <a:ext cx="11701670" cy="11547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/>
            <a:t>Lean Start-up Entrepreneurial Strategy - The Lean Start-up business strategy stresses quick experimentation, iterative product development, and customer input to create a long-lasting and profitable company.</a:t>
          </a:r>
        </a:p>
      </dsp:txBody>
      <dsp:txXfrm>
        <a:off x="56372" y="3174368"/>
        <a:ext cx="11588926" cy="1042045"/>
      </dsp:txXfrm>
    </dsp:sp>
    <dsp:sp modelId="{1AD32BA8-1D22-4E89-A20C-4F6B627B9EBA}">
      <dsp:nvSpPr>
        <dsp:cNvPr id="0" name=""/>
        <dsp:cNvSpPr/>
      </dsp:nvSpPr>
      <dsp:spPr>
        <a:xfrm>
          <a:off x="0" y="4333266"/>
          <a:ext cx="11701670" cy="11547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/>
            <a:t>Exit Entrepreneurial Strategy</a:t>
          </a:r>
        </a:p>
      </dsp:txBody>
      <dsp:txXfrm>
        <a:off x="56372" y="4389638"/>
        <a:ext cx="11588926" cy="10420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6DE76-1D7A-410A-8026-8EBB0265F432}">
      <dsp:nvSpPr>
        <dsp:cNvPr id="0" name=""/>
        <dsp:cNvSpPr/>
      </dsp:nvSpPr>
      <dsp:spPr>
        <a:xfrm>
          <a:off x="1573184" y="0"/>
          <a:ext cx="3619215" cy="3619658"/>
        </a:xfrm>
        <a:prstGeom prst="ellipse">
          <a:avLst/>
        </a:prstGeom>
        <a:solidFill>
          <a:srgbClr val="002060">
            <a:alpha val="50000"/>
          </a:srgb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Innovation - Innovation is the creation or improvement of products or services that offer new or better value to customers. </a:t>
          </a:r>
        </a:p>
      </dsp:txBody>
      <dsp:txXfrm>
        <a:off x="2103206" y="530087"/>
        <a:ext cx="2559171" cy="2559484"/>
      </dsp:txXfrm>
    </dsp:sp>
    <dsp:sp modelId="{0BBF861B-95E6-401A-9F0A-09FDE1B97933}">
      <dsp:nvSpPr>
        <dsp:cNvPr id="0" name=""/>
        <dsp:cNvSpPr/>
      </dsp:nvSpPr>
      <dsp:spPr>
        <a:xfrm>
          <a:off x="3276302" y="2414111"/>
          <a:ext cx="3619215" cy="3619658"/>
        </a:xfrm>
        <a:prstGeom prst="ellipse">
          <a:avLst/>
        </a:prstGeom>
        <a:solidFill>
          <a:srgbClr val="002060">
            <a:alpha val="50000"/>
          </a:srgb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kern="1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Growth - Growth is the increase in the size, scope, or performance of the venture</a:t>
          </a:r>
        </a:p>
      </dsp:txBody>
      <dsp:txXfrm>
        <a:off x="3806324" y="2944198"/>
        <a:ext cx="2559171" cy="2559484"/>
      </dsp:txXfrm>
    </dsp:sp>
    <dsp:sp modelId="{A12FEB44-14F2-4FC9-8A41-B8695A65FD98}">
      <dsp:nvSpPr>
        <dsp:cNvPr id="0" name=""/>
        <dsp:cNvSpPr/>
      </dsp:nvSpPr>
      <dsp:spPr>
        <a:xfrm>
          <a:off x="5137455" y="0"/>
          <a:ext cx="3619215" cy="3619658"/>
        </a:xfrm>
        <a:prstGeom prst="ellipse">
          <a:avLst/>
        </a:prstGeom>
        <a:solidFill>
          <a:srgbClr val="002060">
            <a:alpha val="50000"/>
          </a:srgb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Social impact - social impact is the positive effect that the venture has on the society, the environment, or the community. </a:t>
          </a:r>
        </a:p>
      </dsp:txBody>
      <dsp:txXfrm>
        <a:off x="5667477" y="530087"/>
        <a:ext cx="2559171" cy="2559484"/>
      </dsp:txXfrm>
    </dsp:sp>
    <dsp:sp modelId="{E1D40383-28B0-4366-94EE-2848114498BC}">
      <dsp:nvSpPr>
        <dsp:cNvPr id="0" name=""/>
        <dsp:cNvSpPr/>
      </dsp:nvSpPr>
      <dsp:spPr>
        <a:xfrm>
          <a:off x="6853819" y="2414111"/>
          <a:ext cx="3619215" cy="3619658"/>
        </a:xfrm>
        <a:prstGeom prst="ellipse">
          <a:avLst/>
        </a:prstGeom>
        <a:solidFill>
          <a:srgbClr val="002060">
            <a:alpha val="50000"/>
          </a:srgb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2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Personal satisfaction - Personal satisfaction is the fulfilment or happiness that the entrepreneur derives from pursuing their passion and purpose.</a:t>
          </a:r>
        </a:p>
      </dsp:txBody>
      <dsp:txXfrm>
        <a:off x="7383841" y="2944198"/>
        <a:ext cx="2559171" cy="25594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A14D9-08BB-43A8-A0CF-6270D7E1F18D}">
      <dsp:nvSpPr>
        <dsp:cNvPr id="0" name=""/>
        <dsp:cNvSpPr/>
      </dsp:nvSpPr>
      <dsp:spPr>
        <a:xfrm rot="18000000">
          <a:off x="1328" y="2874173"/>
          <a:ext cx="2823800" cy="2294025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25400" rIns="762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/>
            <a:t>Uncertainty - Uncertainty is the lack of information or knowledge about the future and the outcomes of the actions</a:t>
          </a:r>
        </a:p>
      </dsp:txBody>
      <dsp:txXfrm>
        <a:off x="161804" y="2958162"/>
        <a:ext cx="2599830" cy="2182040"/>
      </dsp:txXfrm>
    </dsp:sp>
    <dsp:sp modelId="{14104C31-3D8A-48B0-897F-82F765E99F19}">
      <dsp:nvSpPr>
        <dsp:cNvPr id="0" name=""/>
        <dsp:cNvSpPr/>
      </dsp:nvSpPr>
      <dsp:spPr>
        <a:xfrm rot="20400000">
          <a:off x="2497953" y="746447"/>
          <a:ext cx="2823800" cy="2359643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25400" rIns="762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/>
            <a:t>Risk - Risk is the possibility of losing something of value or facing negative consequences</a:t>
          </a:r>
        </a:p>
      </dsp:txBody>
      <dsp:txXfrm>
        <a:off x="2632839" y="858162"/>
        <a:ext cx="2593424" cy="2244455"/>
      </dsp:txXfrm>
    </dsp:sp>
    <dsp:sp modelId="{FE107ECE-D435-41A0-9F27-D4E4BC65DE77}">
      <dsp:nvSpPr>
        <dsp:cNvPr id="0" name=""/>
        <dsp:cNvSpPr/>
      </dsp:nvSpPr>
      <dsp:spPr>
        <a:xfrm rot="1200000">
          <a:off x="5757064" y="796363"/>
          <a:ext cx="2823800" cy="2259812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25400" rIns="762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/>
            <a:t>Competition - Competition is the presence of other players who offer similar or substitute products or services to the same customers.</a:t>
          </a:r>
        </a:p>
      </dsp:txBody>
      <dsp:txXfrm>
        <a:off x="5848514" y="903352"/>
        <a:ext cx="2603170" cy="2149497"/>
      </dsp:txXfrm>
    </dsp:sp>
    <dsp:sp modelId="{F7644240-3203-4D1A-B287-94DA35E95375}">
      <dsp:nvSpPr>
        <dsp:cNvPr id="0" name=""/>
        <dsp:cNvSpPr/>
      </dsp:nvSpPr>
      <dsp:spPr>
        <a:xfrm rot="3600000">
          <a:off x="8253689" y="2894391"/>
          <a:ext cx="2823800" cy="2253590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25400" rIns="762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/>
            <a:t>Change... Change is the variation or alteration of the external and internal factors that affect the opportunity, the resources, and the team.</a:t>
          </a:r>
        </a:p>
      </dsp:txBody>
      <dsp:txXfrm>
        <a:off x="8316064" y="2976899"/>
        <a:ext cx="2603778" cy="21435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FF0F8-0FE8-432E-AC53-E6F1BD408BE1}">
      <dsp:nvSpPr>
        <dsp:cNvPr id="0" name=""/>
        <dsp:cNvSpPr/>
      </dsp:nvSpPr>
      <dsp:spPr>
        <a:xfrm>
          <a:off x="2672019" y="0"/>
          <a:ext cx="6967230" cy="2786892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033DD-CEAA-4FA7-B506-C6C9B2F75E7C}">
      <dsp:nvSpPr>
        <dsp:cNvPr id="0" name=""/>
        <dsp:cNvSpPr/>
      </dsp:nvSpPr>
      <dsp:spPr>
        <a:xfrm>
          <a:off x="3508087" y="487706"/>
          <a:ext cx="2299185" cy="13655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0452" rIns="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/>
            <a:t>What is Business Strategy?</a:t>
          </a:r>
          <a:endParaRPr lang="en-IN" sz="1700" kern="1200"/>
        </a:p>
      </dsp:txBody>
      <dsp:txXfrm>
        <a:off x="3508087" y="487706"/>
        <a:ext cx="2299185" cy="1365577"/>
      </dsp:txXfrm>
    </dsp:sp>
    <dsp:sp modelId="{04994391-DDC5-41F8-B83F-050B31EAEB5F}">
      <dsp:nvSpPr>
        <dsp:cNvPr id="0" name=""/>
        <dsp:cNvSpPr/>
      </dsp:nvSpPr>
      <dsp:spPr>
        <a:xfrm>
          <a:off x="6155635" y="933608"/>
          <a:ext cx="2717219" cy="136557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0452" rIns="0" bIns="64770" numCol="1" spcCol="1270" anchor="ctr" anchorCtr="0">
          <a:noAutofit/>
        </a:bodyPr>
        <a:lstStyle/>
        <a:p>
          <a:pPr lvl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kern="1200" dirty="0"/>
            <a:t>A business strategy is a complete contingent plan of action that a business uses to achieve its goals in the market.</a:t>
          </a:r>
        </a:p>
      </dsp:txBody>
      <dsp:txXfrm>
        <a:off x="6155635" y="933608"/>
        <a:ext cx="2717219" cy="136557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FF0F8-0FE8-432E-AC53-E6F1BD408BE1}">
      <dsp:nvSpPr>
        <dsp:cNvPr id="0" name=""/>
        <dsp:cNvSpPr/>
      </dsp:nvSpPr>
      <dsp:spPr>
        <a:xfrm>
          <a:off x="1348862" y="0"/>
          <a:ext cx="10156882" cy="4062753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033DD-CEAA-4FA7-B506-C6C9B2F75E7C}">
      <dsp:nvSpPr>
        <dsp:cNvPr id="0" name=""/>
        <dsp:cNvSpPr/>
      </dsp:nvSpPr>
      <dsp:spPr>
        <a:xfrm>
          <a:off x="2567688" y="710981"/>
          <a:ext cx="3351771" cy="199074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/>
            <a:t>What is a Business Model?</a:t>
          </a:r>
          <a:endParaRPr lang="en-IN" sz="1800" kern="1200" dirty="0"/>
        </a:p>
      </dsp:txBody>
      <dsp:txXfrm>
        <a:off x="2567688" y="710981"/>
        <a:ext cx="3351771" cy="1990748"/>
      </dsp:txXfrm>
    </dsp:sp>
    <dsp:sp modelId="{04994391-DDC5-41F8-B83F-050B31EAEB5F}">
      <dsp:nvSpPr>
        <dsp:cNvPr id="0" name=""/>
        <dsp:cNvSpPr/>
      </dsp:nvSpPr>
      <dsp:spPr>
        <a:xfrm>
          <a:off x="6427304" y="1361022"/>
          <a:ext cx="3961184" cy="199074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A business model is a structural model of how a business is going to operate in the market and how it is going to make money. It provides a detailed description of all relevant business processes and describes how the business will interact with other market participants.</a:t>
          </a:r>
        </a:p>
      </dsp:txBody>
      <dsp:txXfrm>
        <a:off x="6427304" y="1361022"/>
        <a:ext cx="3961184" cy="19907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C1F94B-DE71-41E4-B4A8-8CDA5B93ED92}">
      <dsp:nvSpPr>
        <dsp:cNvPr id="0" name=""/>
        <dsp:cNvSpPr/>
      </dsp:nvSpPr>
      <dsp:spPr>
        <a:xfrm>
          <a:off x="2967050" y="432303"/>
          <a:ext cx="5866472" cy="5866472"/>
        </a:xfrm>
        <a:prstGeom prst="pie">
          <a:avLst>
            <a:gd name="adj1" fmla="val 16200000"/>
            <a:gd name="adj2" fmla="val 2052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>
              <a:solidFill>
                <a:srgbClr val="FF0000"/>
              </a:solidFill>
            </a:rPr>
            <a:t>A business model is a company's core strategy for profitably doing business.</a:t>
          </a:r>
        </a:p>
      </dsp:txBody>
      <dsp:txXfrm>
        <a:off x="6027393" y="1418429"/>
        <a:ext cx="1885651" cy="1257101"/>
      </dsp:txXfrm>
    </dsp:sp>
    <dsp:sp modelId="{33962ECC-0FF6-4174-8BA2-6BEAB30B469C}">
      <dsp:nvSpPr>
        <dsp:cNvPr id="0" name=""/>
        <dsp:cNvSpPr/>
      </dsp:nvSpPr>
      <dsp:spPr>
        <a:xfrm>
          <a:off x="1935322" y="588742"/>
          <a:ext cx="8030497" cy="5866472"/>
        </a:xfrm>
        <a:prstGeom prst="pie">
          <a:avLst>
            <a:gd name="adj1" fmla="val 20520000"/>
            <a:gd name="adj2" fmla="val 3240000"/>
          </a:avLst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Models generally include information like products or services the business plans to sell, target markets, and any anticipated expenses</a:t>
          </a:r>
          <a:r>
            <a:rPr lang="en-IN" sz="1600" kern="1200" dirty="0"/>
            <a:t>.</a:t>
          </a:r>
        </a:p>
      </dsp:txBody>
      <dsp:txXfrm>
        <a:off x="7107345" y="3269161"/>
        <a:ext cx="2390028" cy="1396779"/>
      </dsp:txXfrm>
    </dsp:sp>
    <dsp:sp modelId="{631324EC-6A30-4C41-87A3-D2A3D2523570}">
      <dsp:nvSpPr>
        <dsp:cNvPr id="0" name=""/>
        <dsp:cNvSpPr/>
      </dsp:nvSpPr>
      <dsp:spPr>
        <a:xfrm>
          <a:off x="2884640" y="685120"/>
          <a:ext cx="5866472" cy="5866472"/>
        </a:xfrm>
        <a:prstGeom prst="pie">
          <a:avLst>
            <a:gd name="adj1" fmla="val 3240000"/>
            <a:gd name="adj2" fmla="val 756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/>
            <a:t>The two levers of a business model are pricing and costs.</a:t>
          </a:r>
        </a:p>
      </dsp:txBody>
      <dsp:txXfrm>
        <a:off x="4979809" y="4805618"/>
        <a:ext cx="1676135" cy="1536457"/>
      </dsp:txXfrm>
    </dsp:sp>
    <dsp:sp modelId="{F697C25C-AF43-47E0-9A04-C39703BEB776}">
      <dsp:nvSpPr>
        <dsp:cNvPr id="0" name=""/>
        <dsp:cNvSpPr/>
      </dsp:nvSpPr>
      <dsp:spPr>
        <a:xfrm>
          <a:off x="1140045" y="588742"/>
          <a:ext cx="9090275" cy="5866472"/>
        </a:xfrm>
        <a:prstGeom prst="pie">
          <a:avLst>
            <a:gd name="adj1" fmla="val 7560000"/>
            <a:gd name="adj2" fmla="val 11880000"/>
          </a:avLst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/>
            <a:t>A business model should be periodically revised to make sure it still reflects the business environment and customer demands.</a:t>
          </a:r>
        </a:p>
      </dsp:txBody>
      <dsp:txXfrm>
        <a:off x="1670311" y="3269161"/>
        <a:ext cx="2705439" cy="1396779"/>
      </dsp:txXfrm>
    </dsp:sp>
    <dsp:sp modelId="{335E6596-2F09-40CD-8103-027B545239A2}">
      <dsp:nvSpPr>
        <dsp:cNvPr id="0" name=""/>
        <dsp:cNvSpPr/>
      </dsp:nvSpPr>
      <dsp:spPr>
        <a:xfrm>
          <a:off x="2802230" y="432303"/>
          <a:ext cx="5866472" cy="5866472"/>
        </a:xfrm>
        <a:prstGeom prst="pie">
          <a:avLst>
            <a:gd name="adj1" fmla="val 11880000"/>
            <a:gd name="adj2" fmla="val 1620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/>
            <a:t>Analysts and investors often look at a company's gross profit to evaluate the success of a business model.</a:t>
          </a:r>
        </a:p>
      </dsp:txBody>
      <dsp:txXfrm>
        <a:off x="3722708" y="1418429"/>
        <a:ext cx="1885651" cy="1257101"/>
      </dsp:txXfrm>
    </dsp:sp>
    <dsp:sp modelId="{ABA891EE-E2AE-4E9C-A5A8-5A37F7563D06}">
      <dsp:nvSpPr>
        <dsp:cNvPr id="0" name=""/>
        <dsp:cNvSpPr/>
      </dsp:nvSpPr>
      <dsp:spPr>
        <a:xfrm>
          <a:off x="2603611" y="69140"/>
          <a:ext cx="6592797" cy="6592797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6E11F-3FE3-4E4E-8919-D6FCA947092D}">
      <dsp:nvSpPr>
        <dsp:cNvPr id="0" name=""/>
        <dsp:cNvSpPr/>
      </dsp:nvSpPr>
      <dsp:spPr>
        <a:xfrm>
          <a:off x="2739468" y="371064"/>
          <a:ext cx="7836133" cy="6805283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2F100-BE00-46CE-8699-F2AC9B4752B5}">
      <dsp:nvSpPr>
        <dsp:cNvPr id="0" name=""/>
        <dsp:cNvSpPr/>
      </dsp:nvSpPr>
      <dsp:spPr>
        <a:xfrm>
          <a:off x="2521478" y="322200"/>
          <a:ext cx="6592797" cy="6592797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61DB4-1D1D-40DC-95C4-306F097E3A19}">
      <dsp:nvSpPr>
        <dsp:cNvPr id="0" name=""/>
        <dsp:cNvSpPr/>
      </dsp:nvSpPr>
      <dsp:spPr>
        <a:xfrm>
          <a:off x="250038" y="132569"/>
          <a:ext cx="8744950" cy="6592797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10E96-F94D-4852-ADAE-B0D5EA023A4F}">
      <dsp:nvSpPr>
        <dsp:cNvPr id="0" name=""/>
        <dsp:cNvSpPr/>
      </dsp:nvSpPr>
      <dsp:spPr>
        <a:xfrm>
          <a:off x="2439344" y="69140"/>
          <a:ext cx="6592797" cy="6592797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22444-3431-48F7-8C8E-EB1C4624E09D}">
      <dsp:nvSpPr>
        <dsp:cNvPr id="0" name=""/>
        <dsp:cNvSpPr/>
      </dsp:nvSpPr>
      <dsp:spPr>
        <a:xfrm rot="5400000">
          <a:off x="5423043" y="-354893"/>
          <a:ext cx="4545519" cy="724310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Value Proposition</a:t>
          </a:r>
          <a:r>
            <a:rPr lang="en-IN" sz="2000" kern="1200"/>
            <a:t>: What value does the company deliver to customers?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Revenue Streams</a:t>
          </a:r>
          <a:r>
            <a:rPr lang="en-IN" sz="2000" kern="1200"/>
            <a:t>: How does the company make money?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 dirty="0"/>
            <a:t>Cost Structure</a:t>
          </a:r>
          <a:r>
            <a:rPr lang="en-IN" sz="2000" kern="1200" dirty="0"/>
            <a:t>: What are the major costs involved in delivering value?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Customer Segments</a:t>
          </a:r>
          <a:r>
            <a:rPr lang="en-IN" sz="2000" kern="1200"/>
            <a:t>: Who are the company’s customers?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Channels</a:t>
          </a:r>
          <a:r>
            <a:rPr lang="en-IN" sz="2000" kern="1200"/>
            <a:t>: How does the company reach its customers?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 dirty="0"/>
            <a:t>Customer Relationships</a:t>
          </a:r>
          <a:r>
            <a:rPr lang="en-IN" sz="2000" kern="1200" dirty="0"/>
            <a:t>: How does the company interact with its customers?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Key Resources</a:t>
          </a:r>
          <a:r>
            <a:rPr lang="en-IN" sz="2000" kern="1200"/>
            <a:t>: What resources are essential to the business?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Key Activities</a:t>
          </a:r>
          <a:r>
            <a:rPr lang="en-IN" sz="2000" kern="1200"/>
            <a:t>: What activities are crucial to delivering value?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1" kern="1200"/>
            <a:t>Key Partnerships</a:t>
          </a:r>
          <a:r>
            <a:rPr lang="en-IN" sz="2000" kern="1200"/>
            <a:t>: What partnerships are important?</a:t>
          </a:r>
        </a:p>
      </dsp:txBody>
      <dsp:txXfrm rot="-5400000">
        <a:off x="4074248" y="1215796"/>
        <a:ext cx="7021215" cy="4101731"/>
      </dsp:txXfrm>
    </dsp:sp>
    <dsp:sp modelId="{5E16F1EA-AB15-4A44-9A2E-84C3403BA425}">
      <dsp:nvSpPr>
        <dsp:cNvPr id="0" name=""/>
        <dsp:cNvSpPr/>
      </dsp:nvSpPr>
      <dsp:spPr>
        <a:xfrm>
          <a:off x="0" y="0"/>
          <a:ext cx="4074248" cy="65333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900" b="1" kern="1200"/>
            <a:t>Components of a Business Model</a:t>
          </a:r>
          <a:r>
            <a:rPr lang="en-IN" sz="4900" kern="1200"/>
            <a:t>:</a:t>
          </a:r>
        </a:p>
      </dsp:txBody>
      <dsp:txXfrm>
        <a:off x="198888" y="198888"/>
        <a:ext cx="3676472" cy="613554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2B940-9176-40C3-A095-1CF93A0424A9}">
      <dsp:nvSpPr>
        <dsp:cNvPr id="0" name=""/>
        <dsp:cNvSpPr/>
      </dsp:nvSpPr>
      <dsp:spPr>
        <a:xfrm rot="5400000">
          <a:off x="-1011140" y="1011140"/>
          <a:ext cx="6559825" cy="45375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5200" b="1" kern="1200" dirty="0"/>
            <a:t>How to Create a Business Model</a:t>
          </a:r>
          <a:endParaRPr lang="en-IN" sz="5200" kern="1200" dirty="0"/>
        </a:p>
      </dsp:txBody>
      <dsp:txXfrm rot="-5400000">
        <a:off x="1" y="2268771"/>
        <a:ext cx="4537544" cy="2022281"/>
      </dsp:txXfrm>
    </dsp:sp>
    <dsp:sp modelId="{D720E0A2-CA47-482A-A8B1-52CEB19E982A}">
      <dsp:nvSpPr>
        <dsp:cNvPr id="0" name=""/>
        <dsp:cNvSpPr/>
      </dsp:nvSpPr>
      <dsp:spPr>
        <a:xfrm rot="5400000">
          <a:off x="5795175" y="-1257631"/>
          <a:ext cx="4291053" cy="68063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/>
            <a:t>Identify Your Audience</a:t>
          </a:r>
          <a:r>
            <a:rPr lang="en-IN" sz="1800" kern="1200"/>
            <a:t>: Define your target market to tailor your product, messaging, and approach.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/>
            <a:t>Define the Problem</a:t>
          </a:r>
          <a:r>
            <a:rPr lang="en-IN" sz="1800" kern="1200"/>
            <a:t>: Understand the problem your business aims to solve.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/>
            <a:t>Understand Your Offerings</a:t>
          </a:r>
          <a:r>
            <a:rPr lang="en-IN" sz="1800" kern="1200"/>
            <a:t>: Align your products or services with market needs and your expertise.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/>
            <a:t>Document Your Needs</a:t>
          </a:r>
          <a:r>
            <a:rPr lang="en-IN" sz="1800" kern="1200"/>
            <a:t>: Identify and document challenges and operational needs.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/>
            <a:t>Find Key Partners</a:t>
          </a:r>
          <a:r>
            <a:rPr lang="en-IN" sz="1800" kern="1200"/>
            <a:t>: Establish relationships with partners that enhance your business offering.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/>
            <a:t>Set Monetization Solutions</a:t>
          </a:r>
          <a:r>
            <a:rPr lang="en-IN" sz="1800" kern="1200"/>
            <a:t>: Determine how your business will make money and turn a profit.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Test Your Model</a:t>
          </a:r>
          <a:r>
            <a:rPr lang="en-IN" sz="1800" kern="1200" dirty="0"/>
            <a:t>: Perform tests, gather feedback, and make adjustments based on market responses.</a:t>
          </a:r>
        </a:p>
      </dsp:txBody>
      <dsp:txXfrm rot="-5400000">
        <a:off x="4537544" y="209472"/>
        <a:ext cx="6596844" cy="387210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6935F-840A-475F-AD55-1EA9B1DE8857}">
      <dsp:nvSpPr>
        <dsp:cNvPr id="0" name=""/>
        <dsp:cNvSpPr/>
      </dsp:nvSpPr>
      <dsp:spPr>
        <a:xfrm rot="5400000">
          <a:off x="7828931" y="-3422212"/>
          <a:ext cx="670935" cy="76841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Buys finished goods from manufacturers or distributors and sells directly to customers.</a:t>
          </a:r>
        </a:p>
      </dsp:txBody>
      <dsp:txXfrm rot="-5400000">
        <a:off x="4322329" y="117142"/>
        <a:ext cx="7651388" cy="605431"/>
      </dsp:txXfrm>
    </dsp:sp>
    <dsp:sp modelId="{1E92F22F-584B-45BC-ADE5-689B48945492}">
      <dsp:nvSpPr>
        <dsp:cNvPr id="0" name=""/>
        <dsp:cNvSpPr/>
      </dsp:nvSpPr>
      <dsp:spPr>
        <a:xfrm>
          <a:off x="0" y="523"/>
          <a:ext cx="4322329" cy="8386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Retailer</a:t>
          </a:r>
          <a:r>
            <a:rPr lang="en-IN" sz="2800" kern="1200"/>
            <a:t>:</a:t>
          </a:r>
        </a:p>
      </dsp:txBody>
      <dsp:txXfrm>
        <a:off x="40940" y="41463"/>
        <a:ext cx="4240449" cy="756789"/>
      </dsp:txXfrm>
    </dsp:sp>
    <dsp:sp modelId="{BB87BE2E-E529-4C2C-89F7-32244EF3B941}">
      <dsp:nvSpPr>
        <dsp:cNvPr id="0" name=""/>
        <dsp:cNvSpPr/>
      </dsp:nvSpPr>
      <dsp:spPr>
        <a:xfrm rot="5400000">
          <a:off x="7828931" y="-2541609"/>
          <a:ext cx="670935" cy="76841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Sources raw materials to produce and sell finished products to distributors, retailers, or customers.</a:t>
          </a:r>
        </a:p>
      </dsp:txBody>
      <dsp:txXfrm rot="-5400000">
        <a:off x="4322329" y="997745"/>
        <a:ext cx="7651388" cy="605431"/>
      </dsp:txXfrm>
    </dsp:sp>
    <dsp:sp modelId="{A77FB1DC-C7DD-4C7B-831A-45EB89C5E4ED}">
      <dsp:nvSpPr>
        <dsp:cNvPr id="0" name=""/>
        <dsp:cNvSpPr/>
      </dsp:nvSpPr>
      <dsp:spPr>
        <a:xfrm>
          <a:off x="0" y="881126"/>
          <a:ext cx="4322329" cy="8386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Manufacturer</a:t>
          </a:r>
          <a:r>
            <a:rPr lang="en-IN" sz="2800" kern="1200"/>
            <a:t>:</a:t>
          </a:r>
        </a:p>
      </dsp:txBody>
      <dsp:txXfrm>
        <a:off x="40940" y="922066"/>
        <a:ext cx="4240449" cy="756789"/>
      </dsp:txXfrm>
    </dsp:sp>
    <dsp:sp modelId="{BD56064F-1F10-4B4C-9F97-5CD4A1E769BC}">
      <dsp:nvSpPr>
        <dsp:cNvPr id="0" name=""/>
        <dsp:cNvSpPr/>
      </dsp:nvSpPr>
      <dsp:spPr>
        <a:xfrm rot="5400000">
          <a:off x="7828931" y="-1661006"/>
          <a:ext cx="670935" cy="76841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Charges for labor or specialized services, often on an hourly or fixed-fee basis..</a:t>
          </a:r>
        </a:p>
      </dsp:txBody>
      <dsp:txXfrm rot="-5400000">
        <a:off x="4322329" y="1878348"/>
        <a:ext cx="7651388" cy="605431"/>
      </dsp:txXfrm>
    </dsp:sp>
    <dsp:sp modelId="{DCC582C9-6D37-4B5E-8504-494D7555CED6}">
      <dsp:nvSpPr>
        <dsp:cNvPr id="0" name=""/>
        <dsp:cNvSpPr/>
      </dsp:nvSpPr>
      <dsp:spPr>
        <a:xfrm>
          <a:off x="0" y="1761729"/>
          <a:ext cx="4322329" cy="8386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Fee-for-Service</a:t>
          </a:r>
          <a:r>
            <a:rPr lang="en-IN" sz="2800" kern="1200"/>
            <a:t>:</a:t>
          </a:r>
        </a:p>
      </dsp:txBody>
      <dsp:txXfrm>
        <a:off x="40940" y="1802669"/>
        <a:ext cx="4240449" cy="756789"/>
      </dsp:txXfrm>
    </dsp:sp>
    <dsp:sp modelId="{8C898372-7F7E-49D5-B3BE-CA56B04FB904}">
      <dsp:nvSpPr>
        <dsp:cNvPr id="0" name=""/>
        <dsp:cNvSpPr/>
      </dsp:nvSpPr>
      <dsp:spPr>
        <a:xfrm rot="5400000">
          <a:off x="7828931" y="-780403"/>
          <a:ext cx="670935" cy="76841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Offers ongoing services or products for a recurring fee, fostering long-term customer relationships.</a:t>
          </a:r>
        </a:p>
      </dsp:txBody>
      <dsp:txXfrm rot="-5400000">
        <a:off x="4322329" y="2758951"/>
        <a:ext cx="7651388" cy="605431"/>
      </dsp:txXfrm>
    </dsp:sp>
    <dsp:sp modelId="{6C95BC33-6118-456A-AD5C-8B5E42B8D2B2}">
      <dsp:nvSpPr>
        <dsp:cNvPr id="0" name=""/>
        <dsp:cNvSpPr/>
      </dsp:nvSpPr>
      <dsp:spPr>
        <a:xfrm>
          <a:off x="0" y="2642332"/>
          <a:ext cx="4322329" cy="8386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Subscription</a:t>
          </a:r>
          <a:r>
            <a:rPr lang="en-IN" sz="2800" kern="1200"/>
            <a:t>:</a:t>
          </a:r>
        </a:p>
      </dsp:txBody>
      <dsp:txXfrm>
        <a:off x="40940" y="2683272"/>
        <a:ext cx="4240449" cy="756789"/>
      </dsp:txXfrm>
    </dsp:sp>
    <dsp:sp modelId="{544B3185-1EBB-4E10-BD56-C6E81736B1C5}">
      <dsp:nvSpPr>
        <dsp:cNvPr id="0" name=""/>
        <dsp:cNvSpPr/>
      </dsp:nvSpPr>
      <dsp:spPr>
        <a:xfrm rot="5400000">
          <a:off x="7828931" y="100199"/>
          <a:ext cx="670935" cy="76841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Provides basic services for free, with the option to upgrade to a paid premium version.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i="1" kern="1200"/>
            <a:t>Example</a:t>
          </a:r>
          <a:r>
            <a:rPr lang="en-IN" sz="1800" kern="1200"/>
            <a:t>: LinkedIn.</a:t>
          </a:r>
        </a:p>
      </dsp:txBody>
      <dsp:txXfrm rot="-5400000">
        <a:off x="4322329" y="3639553"/>
        <a:ext cx="7651388" cy="605431"/>
      </dsp:txXfrm>
    </dsp:sp>
    <dsp:sp modelId="{5B8DD1D5-2AED-470B-BD07-B9A5940CDA32}">
      <dsp:nvSpPr>
        <dsp:cNvPr id="0" name=""/>
        <dsp:cNvSpPr/>
      </dsp:nvSpPr>
      <dsp:spPr>
        <a:xfrm>
          <a:off x="0" y="3522935"/>
          <a:ext cx="4322329" cy="8386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Freemium</a:t>
          </a:r>
          <a:r>
            <a:rPr lang="en-IN" sz="2800" kern="1200"/>
            <a:t>:</a:t>
          </a:r>
        </a:p>
      </dsp:txBody>
      <dsp:txXfrm>
        <a:off x="40940" y="3563875"/>
        <a:ext cx="4240449" cy="756789"/>
      </dsp:txXfrm>
    </dsp:sp>
    <dsp:sp modelId="{48029E90-07E6-4EE3-B8CC-035CF5DB9F40}">
      <dsp:nvSpPr>
        <dsp:cNvPr id="0" name=""/>
        <dsp:cNvSpPr/>
      </dsp:nvSpPr>
      <dsp:spPr>
        <a:xfrm rot="5400000">
          <a:off x="7828931" y="980802"/>
          <a:ext cx="670935" cy="76841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Sells multiple products together, often at a discounted price, to increase customer value.</a:t>
          </a:r>
        </a:p>
      </dsp:txBody>
      <dsp:txXfrm rot="-5400000">
        <a:off x="4322329" y="4520156"/>
        <a:ext cx="7651388" cy="605431"/>
      </dsp:txXfrm>
    </dsp:sp>
    <dsp:sp modelId="{C8C66C80-FEB1-4C6E-A418-8AE163044328}">
      <dsp:nvSpPr>
        <dsp:cNvPr id="0" name=""/>
        <dsp:cNvSpPr/>
      </dsp:nvSpPr>
      <dsp:spPr>
        <a:xfrm>
          <a:off x="0" y="4403538"/>
          <a:ext cx="4322329" cy="8386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Bundling</a:t>
          </a:r>
          <a:r>
            <a:rPr lang="en-IN" sz="2800" kern="1200"/>
            <a:t>:</a:t>
          </a:r>
        </a:p>
      </dsp:txBody>
      <dsp:txXfrm>
        <a:off x="40940" y="4444478"/>
        <a:ext cx="4240449" cy="756789"/>
      </dsp:txXfrm>
    </dsp:sp>
    <dsp:sp modelId="{C1A09254-D080-4D2E-9E0E-4602C691518C}">
      <dsp:nvSpPr>
        <dsp:cNvPr id="0" name=""/>
        <dsp:cNvSpPr/>
      </dsp:nvSpPr>
      <dsp:spPr>
        <a:xfrm rot="5400000">
          <a:off x="7828931" y="1861405"/>
          <a:ext cx="670935" cy="76841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Facilitates transactions between buyers and sellers, earning revenue by hosting the platform.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i="1" kern="1200"/>
            <a:t>Example</a:t>
          </a:r>
          <a:r>
            <a:rPr lang="en-IN" sz="1800" kern="1200"/>
            <a:t>: eBay.</a:t>
          </a:r>
        </a:p>
      </dsp:txBody>
      <dsp:txXfrm rot="-5400000">
        <a:off x="4322329" y="5400759"/>
        <a:ext cx="7651388" cy="605431"/>
      </dsp:txXfrm>
    </dsp:sp>
    <dsp:sp modelId="{D81D2B7B-4393-4DE3-81D8-1CE7119F9E94}">
      <dsp:nvSpPr>
        <dsp:cNvPr id="0" name=""/>
        <dsp:cNvSpPr/>
      </dsp:nvSpPr>
      <dsp:spPr>
        <a:xfrm>
          <a:off x="0" y="5284141"/>
          <a:ext cx="4322329" cy="8386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Marketplace</a:t>
          </a:r>
          <a:r>
            <a:rPr lang="en-IN" sz="2800" kern="1200"/>
            <a:t>:</a:t>
          </a:r>
        </a:p>
      </dsp:txBody>
      <dsp:txXfrm>
        <a:off x="40940" y="5325081"/>
        <a:ext cx="4240449" cy="75678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8C904-A826-4EEC-BAD3-36FA91658EB9}">
      <dsp:nvSpPr>
        <dsp:cNvPr id="0" name=""/>
        <dsp:cNvSpPr/>
      </dsp:nvSpPr>
      <dsp:spPr>
        <a:xfrm rot="5400000">
          <a:off x="7339577" y="-3160619"/>
          <a:ext cx="748495" cy="7260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Earns revenue by promoting products on behalf of other companies, often receiving a commission.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i="1" kern="1200"/>
            <a:t>Example</a:t>
          </a:r>
          <a:r>
            <a:rPr lang="en-IN" sz="1800" kern="1200"/>
            <a:t>: Social media influencers.</a:t>
          </a:r>
        </a:p>
      </dsp:txBody>
      <dsp:txXfrm rot="-5400000">
        <a:off x="4083790" y="131707"/>
        <a:ext cx="7223532" cy="675417"/>
      </dsp:txXfrm>
    </dsp:sp>
    <dsp:sp modelId="{C8D4F35F-EB61-4FB2-A158-5621F3300C4E}">
      <dsp:nvSpPr>
        <dsp:cNvPr id="0" name=""/>
        <dsp:cNvSpPr/>
      </dsp:nvSpPr>
      <dsp:spPr>
        <a:xfrm>
          <a:off x="0" y="1606"/>
          <a:ext cx="4083789" cy="935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Affiliate</a:t>
          </a:r>
          <a:r>
            <a:rPr lang="en-IN" sz="2800" kern="1200"/>
            <a:t>:</a:t>
          </a:r>
        </a:p>
      </dsp:txBody>
      <dsp:txXfrm>
        <a:off x="45673" y="47279"/>
        <a:ext cx="3992443" cy="844272"/>
      </dsp:txXfrm>
    </dsp:sp>
    <dsp:sp modelId="{59EF67F0-D316-40EE-8651-6F7D307397D1}">
      <dsp:nvSpPr>
        <dsp:cNvPr id="0" name=""/>
        <dsp:cNvSpPr/>
      </dsp:nvSpPr>
      <dsp:spPr>
        <a:xfrm rot="5400000">
          <a:off x="7339577" y="-2178219"/>
          <a:ext cx="748495" cy="7260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Sells a durable product at a low cost while profiting from high-margin consumables.</a:t>
          </a:r>
        </a:p>
      </dsp:txBody>
      <dsp:txXfrm rot="-5400000">
        <a:off x="4083790" y="1114107"/>
        <a:ext cx="7223532" cy="675417"/>
      </dsp:txXfrm>
    </dsp:sp>
    <dsp:sp modelId="{B2C5CA4A-23A8-46B6-AF58-F024BF7CE5D0}">
      <dsp:nvSpPr>
        <dsp:cNvPr id="0" name=""/>
        <dsp:cNvSpPr/>
      </dsp:nvSpPr>
      <dsp:spPr>
        <a:xfrm>
          <a:off x="0" y="984006"/>
          <a:ext cx="4083789" cy="935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Razor Blade</a:t>
          </a:r>
          <a:r>
            <a:rPr lang="en-IN" sz="2800" kern="1200"/>
            <a:t>:</a:t>
          </a:r>
        </a:p>
      </dsp:txBody>
      <dsp:txXfrm>
        <a:off x="45673" y="1029679"/>
        <a:ext cx="3992443" cy="844272"/>
      </dsp:txXfrm>
    </dsp:sp>
    <dsp:sp modelId="{C318C31F-3D1C-43BE-8744-32FC329B6C40}">
      <dsp:nvSpPr>
        <dsp:cNvPr id="0" name=""/>
        <dsp:cNvSpPr/>
      </dsp:nvSpPr>
      <dsp:spPr>
        <a:xfrm rot="5400000">
          <a:off x="7339577" y="-1195819"/>
          <a:ext cx="748495" cy="7260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Sells a high-margin product upfront, with low-cost or free companion products provided later.</a:t>
          </a:r>
        </a:p>
      </dsp:txBody>
      <dsp:txXfrm rot="-5400000">
        <a:off x="4083790" y="2096507"/>
        <a:ext cx="7223532" cy="675417"/>
      </dsp:txXfrm>
    </dsp:sp>
    <dsp:sp modelId="{18CFC5F2-F6A6-4A4D-B3BE-519EA6799E05}">
      <dsp:nvSpPr>
        <dsp:cNvPr id="0" name=""/>
        <dsp:cNvSpPr/>
      </dsp:nvSpPr>
      <dsp:spPr>
        <a:xfrm>
          <a:off x="0" y="1966406"/>
          <a:ext cx="4083789" cy="935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Reverse Razor Blade</a:t>
          </a:r>
          <a:r>
            <a:rPr lang="en-IN" sz="2800" kern="1200"/>
            <a:t>:</a:t>
          </a:r>
        </a:p>
      </dsp:txBody>
      <dsp:txXfrm>
        <a:off x="45673" y="2012079"/>
        <a:ext cx="3992443" cy="844272"/>
      </dsp:txXfrm>
    </dsp:sp>
    <dsp:sp modelId="{5FC6F299-F63D-44B7-A475-69E17A113E01}">
      <dsp:nvSpPr>
        <dsp:cNvPr id="0" name=""/>
        <dsp:cNvSpPr/>
      </dsp:nvSpPr>
      <dsp:spPr>
        <a:xfrm rot="5400000">
          <a:off x="7339577" y="-213419"/>
          <a:ext cx="748495" cy="7260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Expands a business by allowing others to replicate its model in new locations, sharing profits.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i="1" kern="1200"/>
            <a:t>Example</a:t>
          </a:r>
          <a:r>
            <a:rPr lang="en-IN" sz="1800" kern="1200"/>
            <a:t>: Domino's Pizza.</a:t>
          </a:r>
        </a:p>
      </dsp:txBody>
      <dsp:txXfrm rot="-5400000">
        <a:off x="4083790" y="3078907"/>
        <a:ext cx="7223532" cy="675417"/>
      </dsp:txXfrm>
    </dsp:sp>
    <dsp:sp modelId="{200CE01C-CE45-4952-A320-27D782092CE8}">
      <dsp:nvSpPr>
        <dsp:cNvPr id="0" name=""/>
        <dsp:cNvSpPr/>
      </dsp:nvSpPr>
      <dsp:spPr>
        <a:xfrm>
          <a:off x="0" y="2948806"/>
          <a:ext cx="4083789" cy="935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Franchise</a:t>
          </a:r>
          <a:r>
            <a:rPr lang="en-IN" sz="2800" kern="1200"/>
            <a:t>:</a:t>
          </a:r>
        </a:p>
      </dsp:txBody>
      <dsp:txXfrm>
        <a:off x="45673" y="2994479"/>
        <a:ext cx="3992443" cy="844272"/>
      </dsp:txXfrm>
    </dsp:sp>
    <dsp:sp modelId="{09825F87-EA31-43E8-86BA-C1293358E93A}">
      <dsp:nvSpPr>
        <dsp:cNvPr id="0" name=""/>
        <dsp:cNvSpPr/>
      </dsp:nvSpPr>
      <dsp:spPr>
        <a:xfrm rot="5400000">
          <a:off x="7339577" y="768980"/>
          <a:ext cx="748495" cy="7260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/>
            <a:t>Charges based on usage rather than a fixed fee, common in utility services.</a:t>
          </a:r>
        </a:p>
      </dsp:txBody>
      <dsp:txXfrm rot="-5400000">
        <a:off x="4083790" y="4061307"/>
        <a:ext cx="7223532" cy="675417"/>
      </dsp:txXfrm>
    </dsp:sp>
    <dsp:sp modelId="{975327DC-8681-44F0-91B0-02D56A60687E}">
      <dsp:nvSpPr>
        <dsp:cNvPr id="0" name=""/>
        <dsp:cNvSpPr/>
      </dsp:nvSpPr>
      <dsp:spPr>
        <a:xfrm>
          <a:off x="0" y="3931206"/>
          <a:ext cx="4083789" cy="935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Pay-As-You-Go</a:t>
          </a:r>
          <a:r>
            <a:rPr lang="en-IN" sz="2800" kern="1200"/>
            <a:t>:</a:t>
          </a:r>
        </a:p>
      </dsp:txBody>
      <dsp:txXfrm>
        <a:off x="45673" y="3976879"/>
        <a:ext cx="3992443" cy="844272"/>
      </dsp:txXfrm>
    </dsp:sp>
    <dsp:sp modelId="{1F8D0BA7-37AA-4F93-AE27-57ADBC2EA085}">
      <dsp:nvSpPr>
        <dsp:cNvPr id="0" name=""/>
        <dsp:cNvSpPr/>
      </dsp:nvSpPr>
      <dsp:spPr>
        <a:xfrm rot="5400000">
          <a:off x="7339577" y="1751380"/>
          <a:ext cx="748495" cy="72600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Connects buyers and sellers, earning a commission from transactions without selling goods directly.</a:t>
          </a:r>
        </a:p>
      </dsp:txBody>
      <dsp:txXfrm rot="-5400000">
        <a:off x="4083790" y="5043707"/>
        <a:ext cx="7223532" cy="675417"/>
      </dsp:txXfrm>
    </dsp:sp>
    <dsp:sp modelId="{FB1E2F4A-3537-4D87-A36C-AD3BC5E1F768}">
      <dsp:nvSpPr>
        <dsp:cNvPr id="0" name=""/>
        <dsp:cNvSpPr/>
      </dsp:nvSpPr>
      <dsp:spPr>
        <a:xfrm>
          <a:off x="0" y="4913606"/>
          <a:ext cx="4083789" cy="9356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/>
            <a:t>Brokerage</a:t>
          </a:r>
          <a:r>
            <a:rPr lang="en-IN" sz="2800" kern="1200"/>
            <a:t>:</a:t>
          </a:r>
        </a:p>
      </dsp:txBody>
      <dsp:txXfrm>
        <a:off x="45673" y="4959279"/>
        <a:ext cx="3992443" cy="84427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06FE7-9615-4670-AEEF-1024954EFDB8}">
      <dsp:nvSpPr>
        <dsp:cNvPr id="0" name=""/>
        <dsp:cNvSpPr/>
      </dsp:nvSpPr>
      <dsp:spPr>
        <a:xfrm>
          <a:off x="0" y="24949"/>
          <a:ext cx="12152243" cy="973440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Role of Innovation in Entrepreneurship</a:t>
          </a:r>
          <a:endParaRPr lang="en-IN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519" y="72468"/>
        <a:ext cx="12057205" cy="878402"/>
      </dsp:txXfrm>
    </dsp:sp>
    <dsp:sp modelId="{9092E115-B6E1-4072-9319-2F85548A75BD}">
      <dsp:nvSpPr>
        <dsp:cNvPr id="0" name=""/>
        <dsp:cNvSpPr/>
      </dsp:nvSpPr>
      <dsp:spPr>
        <a:xfrm>
          <a:off x="57358" y="1148149"/>
          <a:ext cx="10928512" cy="973440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Creating Value: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Innovating to develop unique value propositions that attract and retain customers in a competitive market.</a:t>
          </a:r>
        </a:p>
      </dsp:txBody>
      <dsp:txXfrm>
        <a:off x="104877" y="1195668"/>
        <a:ext cx="10833474" cy="878402"/>
      </dsp:txXfrm>
    </dsp:sp>
    <dsp:sp modelId="{3457D075-D4E6-45E3-8C44-E0024555D3A3}">
      <dsp:nvSpPr>
        <dsp:cNvPr id="0" name=""/>
        <dsp:cNvSpPr/>
      </dsp:nvSpPr>
      <dsp:spPr>
        <a:xfrm>
          <a:off x="1195294" y="2271349"/>
          <a:ext cx="10956948" cy="973440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Gaining Competitive Advantage: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Differentiating your offerings through innovation to establish a sustainable edge over competitors.</a:t>
          </a:r>
        </a:p>
      </dsp:txBody>
      <dsp:txXfrm>
        <a:off x="1242813" y="2318868"/>
        <a:ext cx="10861910" cy="878402"/>
      </dsp:txXfrm>
    </dsp:sp>
    <dsp:sp modelId="{D1749452-9951-4151-9AEC-6B429E2C144B}">
      <dsp:nvSpPr>
        <dsp:cNvPr id="0" name=""/>
        <dsp:cNvSpPr/>
      </dsp:nvSpPr>
      <dsp:spPr>
        <a:xfrm>
          <a:off x="0" y="3394549"/>
          <a:ext cx="11099251" cy="973440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Driving Growth: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Leveraging innovation to expand market reach, improve efficiency, and create new revenue streams.</a:t>
          </a:r>
        </a:p>
      </dsp:txBody>
      <dsp:txXfrm>
        <a:off x="47519" y="3442068"/>
        <a:ext cx="11004213" cy="878402"/>
      </dsp:txXfrm>
    </dsp:sp>
    <dsp:sp modelId="{D8C5E7E2-30C5-4185-A72D-A20F4DD9BB38}">
      <dsp:nvSpPr>
        <dsp:cNvPr id="0" name=""/>
        <dsp:cNvSpPr/>
      </dsp:nvSpPr>
      <dsp:spPr>
        <a:xfrm>
          <a:off x="981840" y="4477991"/>
          <a:ext cx="11156123" cy="973440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Adapting to Change: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Using innovation to stay agile and relevant in a rapidly evolving business environment.</a:t>
          </a:r>
        </a:p>
      </dsp:txBody>
      <dsp:txXfrm>
        <a:off x="1029359" y="4525510"/>
        <a:ext cx="11061085" cy="878402"/>
      </dsp:txXfrm>
    </dsp:sp>
    <dsp:sp modelId="{C01A5415-044C-445A-A69B-ECF2B354BA68}">
      <dsp:nvSpPr>
        <dsp:cNvPr id="0" name=""/>
        <dsp:cNvSpPr/>
      </dsp:nvSpPr>
      <dsp:spPr>
        <a:xfrm>
          <a:off x="0" y="5561435"/>
          <a:ext cx="11184559" cy="973440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Fostering a Culture of Innovation: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Encouraging creativity and risk-taking within your organization to sustain long-term success.</a:t>
          </a:r>
        </a:p>
      </dsp:txBody>
      <dsp:txXfrm>
        <a:off x="47519" y="5608954"/>
        <a:ext cx="11089521" cy="87840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4C29E-E6F4-4B5E-96EC-E3FFB4F011D0}">
      <dsp:nvSpPr>
        <dsp:cNvPr id="0" name=""/>
        <dsp:cNvSpPr/>
      </dsp:nvSpPr>
      <dsp:spPr>
        <a:xfrm>
          <a:off x="4491529" y="1656635"/>
          <a:ext cx="2122263" cy="2122523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6AFB521-5526-49F7-B251-1BB6315C875B}">
      <dsp:nvSpPr>
        <dsp:cNvPr id="0" name=""/>
        <dsp:cNvSpPr/>
      </dsp:nvSpPr>
      <dsp:spPr>
        <a:xfrm>
          <a:off x="1762543" y="0"/>
          <a:ext cx="7580234" cy="130136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b="1" kern="1200" dirty="0">
              <a:solidFill>
                <a:srgbClr val="FF0000"/>
              </a:solidFill>
            </a:rPr>
            <a:t>TIPS FOR BECOMING AN INNOVATIVE ENTREPRENEUR</a:t>
          </a:r>
        </a:p>
      </dsp:txBody>
      <dsp:txXfrm>
        <a:off x="1762543" y="0"/>
        <a:ext cx="7580234" cy="1301363"/>
      </dsp:txXfrm>
    </dsp:sp>
    <dsp:sp modelId="{1D67EF41-8ED9-4F01-894D-963DB851A4E7}">
      <dsp:nvSpPr>
        <dsp:cNvPr id="0" name=""/>
        <dsp:cNvSpPr/>
      </dsp:nvSpPr>
      <dsp:spPr>
        <a:xfrm>
          <a:off x="5114059" y="1955949"/>
          <a:ext cx="2122263" cy="2122523"/>
        </a:xfrm>
        <a:prstGeom prst="ellipse">
          <a:avLst/>
        </a:prstGeom>
        <a:solidFill>
          <a:schemeClr val="accent4">
            <a:alpha val="50000"/>
            <a:hueOff val="1633482"/>
            <a:satOff val="-6796"/>
            <a:lumOff val="16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29CA9B0-017D-47B9-BF12-0C7FA0ECC0F9}">
      <dsp:nvSpPr>
        <dsp:cNvPr id="0" name=""/>
        <dsp:cNvSpPr/>
      </dsp:nvSpPr>
      <dsp:spPr>
        <a:xfrm>
          <a:off x="7498069" y="1236295"/>
          <a:ext cx="2299118" cy="143149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/>
            <a:t>Develop a financial plan</a:t>
          </a:r>
        </a:p>
      </dsp:txBody>
      <dsp:txXfrm>
        <a:off x="7498069" y="1236295"/>
        <a:ext cx="2299118" cy="1431499"/>
      </dsp:txXfrm>
    </dsp:sp>
    <dsp:sp modelId="{399ABFEC-1086-4552-AEE0-7D04366EF30E}">
      <dsp:nvSpPr>
        <dsp:cNvPr id="0" name=""/>
        <dsp:cNvSpPr/>
      </dsp:nvSpPr>
      <dsp:spPr>
        <a:xfrm>
          <a:off x="5267039" y="2629404"/>
          <a:ext cx="2122263" cy="2122523"/>
        </a:xfrm>
        <a:prstGeom prst="ellipse">
          <a:avLst/>
        </a:prstGeom>
        <a:solidFill>
          <a:schemeClr val="accent4">
            <a:alpha val="50000"/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9AB57E7-5296-4F6A-B9D8-70FE2C10C160}">
      <dsp:nvSpPr>
        <dsp:cNvPr id="0" name=""/>
        <dsp:cNvSpPr/>
      </dsp:nvSpPr>
      <dsp:spPr>
        <a:xfrm>
          <a:off x="7719138" y="3058203"/>
          <a:ext cx="2254904" cy="15291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/>
            <a:t>Accept constructive feedback</a:t>
          </a:r>
        </a:p>
      </dsp:txBody>
      <dsp:txXfrm>
        <a:off x="7719138" y="3058203"/>
        <a:ext cx="2254904" cy="1529101"/>
      </dsp:txXfrm>
    </dsp:sp>
    <dsp:sp modelId="{A7EDB315-B897-4A89-BF19-258F95A053B4}">
      <dsp:nvSpPr>
        <dsp:cNvPr id="0" name=""/>
        <dsp:cNvSpPr/>
      </dsp:nvSpPr>
      <dsp:spPr>
        <a:xfrm>
          <a:off x="4836397" y="3169470"/>
          <a:ext cx="2122263" cy="2122523"/>
        </a:xfrm>
        <a:prstGeom prst="ellipse">
          <a:avLst/>
        </a:prstGeom>
        <a:solidFill>
          <a:schemeClr val="accent4">
            <a:alpha val="50000"/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87790E7-6927-4917-971B-FC32FC39C978}">
      <dsp:nvSpPr>
        <dsp:cNvPr id="0" name=""/>
        <dsp:cNvSpPr/>
      </dsp:nvSpPr>
      <dsp:spPr>
        <a:xfrm>
          <a:off x="6746434" y="5107851"/>
          <a:ext cx="2431760" cy="13989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/>
            <a:t>Develop patience</a:t>
          </a:r>
        </a:p>
      </dsp:txBody>
      <dsp:txXfrm>
        <a:off x="6746434" y="5107851"/>
        <a:ext cx="2431760" cy="1398965"/>
      </dsp:txXfrm>
    </dsp:sp>
    <dsp:sp modelId="{09201867-AEA4-426B-90AF-E16449FCD9A6}">
      <dsp:nvSpPr>
        <dsp:cNvPr id="0" name=""/>
        <dsp:cNvSpPr/>
      </dsp:nvSpPr>
      <dsp:spPr>
        <a:xfrm>
          <a:off x="4146661" y="3169470"/>
          <a:ext cx="2122263" cy="2122523"/>
        </a:xfrm>
        <a:prstGeom prst="ellipse">
          <a:avLst/>
        </a:prstGeom>
        <a:solidFill>
          <a:schemeClr val="accent4">
            <a:alpha val="50000"/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0E0CF12-E3D6-4E40-AB7E-7D1E66D0761D}">
      <dsp:nvSpPr>
        <dsp:cNvPr id="0" name=""/>
        <dsp:cNvSpPr/>
      </dsp:nvSpPr>
      <dsp:spPr>
        <a:xfrm>
          <a:off x="1927127" y="5107851"/>
          <a:ext cx="2431760" cy="13989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/>
            <a:t>Promote your brand</a:t>
          </a:r>
        </a:p>
      </dsp:txBody>
      <dsp:txXfrm>
        <a:off x="1927127" y="5107851"/>
        <a:ext cx="2431760" cy="1398965"/>
      </dsp:txXfrm>
    </dsp:sp>
    <dsp:sp modelId="{99E4CB6D-4387-4A6C-BF48-5FF8CF8ACDE7}">
      <dsp:nvSpPr>
        <dsp:cNvPr id="0" name=""/>
        <dsp:cNvSpPr/>
      </dsp:nvSpPr>
      <dsp:spPr>
        <a:xfrm>
          <a:off x="3716018" y="2629404"/>
          <a:ext cx="2122263" cy="2122523"/>
        </a:xfrm>
        <a:prstGeom prst="ellipse">
          <a:avLst/>
        </a:prstGeom>
        <a:solidFill>
          <a:schemeClr val="accent4">
            <a:alpha val="50000"/>
            <a:hueOff val="8167408"/>
            <a:satOff val="-33981"/>
            <a:lumOff val="80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F714F90-3110-4330-9336-9F0A736E0B26}">
      <dsp:nvSpPr>
        <dsp:cNvPr id="0" name=""/>
        <dsp:cNvSpPr/>
      </dsp:nvSpPr>
      <dsp:spPr>
        <a:xfrm>
          <a:off x="1131278" y="3058203"/>
          <a:ext cx="2254904" cy="152910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/>
            <a:t>Cultivate a Growth Mindset</a:t>
          </a:r>
        </a:p>
      </dsp:txBody>
      <dsp:txXfrm>
        <a:off x="1131278" y="3058203"/>
        <a:ext cx="2254904" cy="1529101"/>
      </dsp:txXfrm>
    </dsp:sp>
    <dsp:sp modelId="{B71E5C75-2C33-4522-946E-65AB47B10325}">
      <dsp:nvSpPr>
        <dsp:cNvPr id="0" name=""/>
        <dsp:cNvSpPr/>
      </dsp:nvSpPr>
      <dsp:spPr>
        <a:xfrm>
          <a:off x="3868998" y="1955949"/>
          <a:ext cx="2122263" cy="2122523"/>
        </a:xfrm>
        <a:prstGeom prst="ellipse">
          <a:avLst/>
        </a:prstGeom>
        <a:solidFill>
          <a:schemeClr val="accent4">
            <a:alpha val="50000"/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CDAF5E9-BB94-464C-AD86-5446D592E8FC}">
      <dsp:nvSpPr>
        <dsp:cNvPr id="0" name=""/>
        <dsp:cNvSpPr/>
      </dsp:nvSpPr>
      <dsp:spPr>
        <a:xfrm>
          <a:off x="1308134" y="1236295"/>
          <a:ext cx="2299118" cy="143149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/>
            <a:t>Build a Strong Network</a:t>
          </a:r>
        </a:p>
      </dsp:txBody>
      <dsp:txXfrm>
        <a:off x="1308134" y="1236295"/>
        <a:ext cx="2299118" cy="143149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1E8A4-86F8-49C8-9AA9-7E495553C14B}">
      <dsp:nvSpPr>
        <dsp:cNvPr id="0" name=""/>
        <dsp:cNvSpPr/>
      </dsp:nvSpPr>
      <dsp:spPr>
        <a:xfrm rot="5400000">
          <a:off x="-189582" y="844616"/>
          <a:ext cx="2771540" cy="249313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/>
            <a:t>Tangible Benefits</a:t>
          </a:r>
          <a:endParaRPr lang="en-IN" sz="1800" kern="1200"/>
        </a:p>
      </dsp:txBody>
      <dsp:txXfrm rot="-5400000">
        <a:off x="-50380" y="1951982"/>
        <a:ext cx="2493136" cy="278404"/>
      </dsp:txXfrm>
    </dsp:sp>
    <dsp:sp modelId="{25FD856C-BCD8-4318-8B8D-2DE128801313}">
      <dsp:nvSpPr>
        <dsp:cNvPr id="0" name=""/>
        <dsp:cNvSpPr/>
      </dsp:nvSpPr>
      <dsp:spPr>
        <a:xfrm rot="5400000">
          <a:off x="5615238" y="-3264515"/>
          <a:ext cx="3194872" cy="974136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Cost Savings - A software tool that automates processes might reduce labour costs by 20%.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Time Savings - A mobile banking app that allows customers to complete transactions immediately 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Improved Quality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Increased Productivity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Enhanced Performance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Physical Features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Revenue Growth</a:t>
          </a:r>
        </a:p>
      </dsp:txBody>
      <dsp:txXfrm rot="-5400000">
        <a:off x="2341995" y="164689"/>
        <a:ext cx="9585399" cy="288295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071BB-FC12-40FE-9EB2-87B53412FEF8}">
      <dsp:nvSpPr>
        <dsp:cNvPr id="0" name=""/>
        <dsp:cNvSpPr/>
      </dsp:nvSpPr>
      <dsp:spPr>
        <a:xfrm rot="5400000">
          <a:off x="-543028" y="1299607"/>
          <a:ext cx="3620187" cy="25341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700" kern="1200" dirty="0"/>
            <a:t>·  </a:t>
          </a:r>
          <a:r>
            <a:rPr lang="en-IN" sz="3700" b="1" kern="1200" dirty="0"/>
            <a:t>Intangible Benefits</a:t>
          </a:r>
          <a:endParaRPr lang="en-IN" sz="3700" kern="1200" dirty="0"/>
        </a:p>
      </dsp:txBody>
      <dsp:txXfrm rot="-5400000">
        <a:off x="1" y="2023645"/>
        <a:ext cx="2534131" cy="1086056"/>
      </dsp:txXfrm>
    </dsp:sp>
    <dsp:sp modelId="{25B946A3-A3E2-4C18-B4DC-4DE4D18A2E28}">
      <dsp:nvSpPr>
        <dsp:cNvPr id="0" name=""/>
        <dsp:cNvSpPr/>
      </dsp:nvSpPr>
      <dsp:spPr>
        <a:xfrm rot="5400000">
          <a:off x="5354541" y="-2377487"/>
          <a:ext cx="4020332" cy="965458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Brand Reputation -  Customers feel confident buying from a well-known, trusted brand.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Customer Satisfaction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Convenience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Peace of Mind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Status and Prestige - Owning a luxury item that conveys social status and exclusivity.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Innovation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Emotional Connection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Loyalty and Trust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/>
            <a:t>Personalization</a:t>
          </a:r>
        </a:p>
      </dsp:txBody>
      <dsp:txXfrm rot="-5400000">
        <a:off x="2537415" y="635895"/>
        <a:ext cx="9458328" cy="362782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3972CA-4277-4895-9280-AFFD8649A32E}">
      <dsp:nvSpPr>
        <dsp:cNvPr id="0" name=""/>
        <dsp:cNvSpPr/>
      </dsp:nvSpPr>
      <dsp:spPr>
        <a:xfrm rot="10800000">
          <a:off x="2972469" y="3277"/>
          <a:ext cx="8971324" cy="2851098"/>
        </a:xfrm>
        <a:prstGeom prst="homePlat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255" tIns="76200" rIns="14224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These three questions: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/>
            <a:t>	Which customers are you going to serve?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/>
            <a:t>	Which needs are you going to meet?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/>
            <a:t>	What relative price will provide acceptable value for 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/>
            <a:t>               customers and acceptable profitability for the customer?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b="1" kern="1200" dirty="0"/>
        </a:p>
      </dsp:txBody>
      <dsp:txXfrm rot="10800000">
        <a:off x="3685243" y="3277"/>
        <a:ext cx="8258550" cy="2851098"/>
      </dsp:txXfrm>
    </dsp:sp>
    <dsp:sp modelId="{5DC8E945-3780-41F6-B596-1F68385BF068}">
      <dsp:nvSpPr>
        <dsp:cNvPr id="0" name=""/>
        <dsp:cNvSpPr/>
      </dsp:nvSpPr>
      <dsp:spPr>
        <a:xfrm>
          <a:off x="1546919" y="3277"/>
          <a:ext cx="2851098" cy="2851098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14F48-E8B7-4584-9D44-21BF93E28A4D}">
      <dsp:nvSpPr>
        <dsp:cNvPr id="0" name=""/>
        <dsp:cNvSpPr/>
      </dsp:nvSpPr>
      <dsp:spPr>
        <a:xfrm rot="10800000">
          <a:off x="2972469" y="3705450"/>
          <a:ext cx="8971324" cy="2851098"/>
        </a:xfrm>
        <a:prstGeom prst="homePlat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255" tIns="76200" rIns="14224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/>
            <a:t>Try the Steve Blank formula apply (Steve Blank, a former Google employee who runs the Lean Start-up Circle)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000" b="1" kern="1200" dirty="0"/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/>
            <a:t>		We help (X) do (Y) by doing (Z).</a:t>
          </a:r>
          <a:r>
            <a:rPr lang="en-IN" sz="2000" b="1" kern="1200" dirty="0"/>
            <a:t> </a:t>
          </a:r>
          <a:endParaRPr lang="en-IN" sz="2000" kern="1200" dirty="0"/>
        </a:p>
      </dsp:txBody>
      <dsp:txXfrm rot="10800000">
        <a:off x="3685243" y="3705450"/>
        <a:ext cx="8258550" cy="2851098"/>
      </dsp:txXfrm>
    </dsp:sp>
    <dsp:sp modelId="{C614148D-6750-46E8-9AFD-9B30A48ACB3E}">
      <dsp:nvSpPr>
        <dsp:cNvPr id="0" name=""/>
        <dsp:cNvSpPr/>
      </dsp:nvSpPr>
      <dsp:spPr>
        <a:xfrm>
          <a:off x="1546919" y="3705450"/>
          <a:ext cx="2851098" cy="2851098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B427EA-8D15-4958-A3F7-AF1BE31FBB5F}">
      <dsp:nvSpPr>
        <dsp:cNvPr id="0" name=""/>
        <dsp:cNvSpPr/>
      </dsp:nvSpPr>
      <dsp:spPr>
        <a:xfrm>
          <a:off x="5034409" y="1392564"/>
          <a:ext cx="2123181" cy="2123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49EA92F-027C-4532-A2DE-82D83E2EB54D}">
      <dsp:nvSpPr>
        <dsp:cNvPr id="0" name=""/>
        <dsp:cNvSpPr/>
      </dsp:nvSpPr>
      <dsp:spPr>
        <a:xfrm>
          <a:off x="2703422" y="192248"/>
          <a:ext cx="8640444" cy="67675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b="1" kern="1200" dirty="0">
              <a:solidFill>
                <a:srgbClr val="C00000"/>
              </a:solidFill>
            </a:rPr>
            <a:t>HOW TO CRAFT A STRONG VALUE PROPOSITION:</a:t>
          </a:r>
        </a:p>
      </dsp:txBody>
      <dsp:txXfrm>
        <a:off x="2703422" y="192248"/>
        <a:ext cx="8640444" cy="676753"/>
      </dsp:txXfrm>
    </dsp:sp>
    <dsp:sp modelId="{72FE889E-E906-4970-828C-ED11BDE16887}">
      <dsp:nvSpPr>
        <dsp:cNvPr id="0" name=""/>
        <dsp:cNvSpPr/>
      </dsp:nvSpPr>
      <dsp:spPr>
        <a:xfrm>
          <a:off x="5723558" y="1790489"/>
          <a:ext cx="2123181" cy="2123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2521091-7EA6-4200-BA34-9908A16A0557}">
      <dsp:nvSpPr>
        <dsp:cNvPr id="0" name=""/>
        <dsp:cNvSpPr/>
      </dsp:nvSpPr>
      <dsp:spPr>
        <a:xfrm>
          <a:off x="8004208" y="1184652"/>
          <a:ext cx="2515084" cy="15834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/>
            <a:t>Identify Customer Needs</a:t>
          </a:r>
          <a:r>
            <a:rPr lang="en-IN" sz="1800" kern="1200" dirty="0"/>
            <a:t>: Understand the specific problems or pain points your target customers face. This involves deep research into their behaviours, preferences, and challenges.</a:t>
          </a:r>
        </a:p>
      </dsp:txBody>
      <dsp:txXfrm>
        <a:off x="8004208" y="1184652"/>
        <a:ext cx="2515084" cy="1583435"/>
      </dsp:txXfrm>
    </dsp:sp>
    <dsp:sp modelId="{F17A5FD1-048B-4F78-A1C5-E0039DD37DBD}">
      <dsp:nvSpPr>
        <dsp:cNvPr id="0" name=""/>
        <dsp:cNvSpPr/>
      </dsp:nvSpPr>
      <dsp:spPr>
        <a:xfrm>
          <a:off x="5723558" y="2586337"/>
          <a:ext cx="2123181" cy="2123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D465BDD-745B-4A4E-AD0D-28A8FFBC0B76}">
      <dsp:nvSpPr>
        <dsp:cNvPr id="0" name=""/>
        <dsp:cNvSpPr/>
      </dsp:nvSpPr>
      <dsp:spPr>
        <a:xfrm>
          <a:off x="8004208" y="3546037"/>
          <a:ext cx="2515084" cy="176931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/>
            <a:t>Define the Product/Service Offering</a:t>
          </a:r>
          <a:r>
            <a:rPr lang="en-IN" sz="1800" kern="1200"/>
            <a:t>: Clearly describe what you are offering and how it addresses the identified needs. Focus on the key benefits rather than just features.</a:t>
          </a:r>
        </a:p>
      </dsp:txBody>
      <dsp:txXfrm>
        <a:off x="8004208" y="3546037"/>
        <a:ext cx="2515084" cy="1769317"/>
      </dsp:txXfrm>
    </dsp:sp>
    <dsp:sp modelId="{1C9C3A97-F518-4E15-919B-B7A0C8FE8945}">
      <dsp:nvSpPr>
        <dsp:cNvPr id="0" name=""/>
        <dsp:cNvSpPr/>
      </dsp:nvSpPr>
      <dsp:spPr>
        <a:xfrm>
          <a:off x="5034409" y="2984950"/>
          <a:ext cx="2123181" cy="2123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4DE1F43-0E27-4E8D-9157-FD836642DDAD}">
      <dsp:nvSpPr>
        <dsp:cNvPr id="0" name=""/>
        <dsp:cNvSpPr/>
      </dsp:nvSpPr>
      <dsp:spPr>
        <a:xfrm>
          <a:off x="4769011" y="5246510"/>
          <a:ext cx="2653976" cy="144574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 dirty="0"/>
            <a:t>Highlight Differentiation</a:t>
          </a:r>
          <a:r>
            <a:rPr lang="en-IN" sz="1800" kern="1200" dirty="0"/>
            <a:t>: What sets your product or service apart from the competition? This could be based on innovation, quality, pricing, customer experience, or other factors.</a:t>
          </a:r>
        </a:p>
      </dsp:txBody>
      <dsp:txXfrm>
        <a:off x="4769011" y="5246510"/>
        <a:ext cx="2653976" cy="1445745"/>
      </dsp:txXfrm>
    </dsp:sp>
    <dsp:sp modelId="{D219B4AB-6863-48C0-912A-4E96EDC2F495}">
      <dsp:nvSpPr>
        <dsp:cNvPr id="0" name=""/>
        <dsp:cNvSpPr/>
      </dsp:nvSpPr>
      <dsp:spPr>
        <a:xfrm>
          <a:off x="4345260" y="2586337"/>
          <a:ext cx="2123181" cy="2123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817353A-04BF-4005-A872-8471A8420E4F}">
      <dsp:nvSpPr>
        <dsp:cNvPr id="0" name=""/>
        <dsp:cNvSpPr/>
      </dsp:nvSpPr>
      <dsp:spPr>
        <a:xfrm>
          <a:off x="1672706" y="3546037"/>
          <a:ext cx="2515084" cy="176931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/>
            <a:t>Communicate Value</a:t>
          </a:r>
          <a:r>
            <a:rPr lang="en-IN" sz="1800" kern="1200"/>
            <a:t>: Explain the tangible and intangible benefits customers will gain from using your product or service. This could include cost savings, improved efficiency, enhanced convenience, or superior performance.</a:t>
          </a:r>
        </a:p>
      </dsp:txBody>
      <dsp:txXfrm>
        <a:off x="1672706" y="3546037"/>
        <a:ext cx="2515084" cy="1769317"/>
      </dsp:txXfrm>
    </dsp:sp>
    <dsp:sp modelId="{0F54EA3C-A0A8-41C5-A64C-CED8FDE2E29A}">
      <dsp:nvSpPr>
        <dsp:cNvPr id="0" name=""/>
        <dsp:cNvSpPr/>
      </dsp:nvSpPr>
      <dsp:spPr>
        <a:xfrm>
          <a:off x="4345260" y="1790489"/>
          <a:ext cx="2123181" cy="212318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E027E39-881F-43B6-BEE6-B266B2239ECE}">
      <dsp:nvSpPr>
        <dsp:cNvPr id="0" name=""/>
        <dsp:cNvSpPr/>
      </dsp:nvSpPr>
      <dsp:spPr>
        <a:xfrm>
          <a:off x="1672706" y="1184652"/>
          <a:ext cx="2515084" cy="176931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kern="1200"/>
            <a:t>Concise and Clear Statement</a:t>
          </a:r>
          <a:r>
            <a:rPr lang="en-IN" sz="1800" kern="1200"/>
            <a:t>: The value proposition should be a brief, compelling statement that quickly communicates the unique value of your offering.</a:t>
          </a:r>
        </a:p>
      </dsp:txBody>
      <dsp:txXfrm>
        <a:off x="1672706" y="1184652"/>
        <a:ext cx="2515084" cy="176931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BBEDF-B3B2-4D7C-BE06-C4174ACAD823}">
      <dsp:nvSpPr>
        <dsp:cNvPr id="0" name=""/>
        <dsp:cNvSpPr/>
      </dsp:nvSpPr>
      <dsp:spPr>
        <a:xfrm rot="10800000">
          <a:off x="844256" y="218279"/>
          <a:ext cx="10890735" cy="636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5133" tIns="87630" rIns="163576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b="1" kern="1200" dirty="0"/>
            <a:t>Conducting a market analysis can benefit you in several ways:</a:t>
          </a:r>
          <a:endParaRPr lang="en-IN" sz="2300" kern="1200" dirty="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Spot Trends and Opportunities in Your Industry</a:t>
          </a:r>
          <a:r>
            <a:rPr lang="en-IN" sz="1800" kern="1200" dirty="0"/>
            <a:t>: Identify emerging trends and market opportunities to stay ahead of the competition.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Differentiate Your Business from Competitors</a:t>
          </a:r>
          <a:r>
            <a:rPr lang="en-IN" sz="1800" kern="1200" dirty="0"/>
            <a:t>: Understand the competitive landscape and find ways to make your business stand out.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Tailor Products and Services to Your Target Customers' Needs</a:t>
          </a:r>
          <a:r>
            <a:rPr lang="en-IN" sz="1800" kern="1200" dirty="0"/>
            <a:t>: Customize your offerings to better meet the specific needs and preferences of your target market.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Reduce the Risks and Costs of Launching a New Business (or Pivoting an Existing One)</a:t>
          </a:r>
          <a:r>
            <a:rPr lang="en-IN" sz="1800" kern="1200" dirty="0"/>
            <a:t>: Make informed decisions that minimize risks and avoid costly mistakes when entering new markets or pivoting.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Reach New Market Segments</a:t>
          </a:r>
          <a:r>
            <a:rPr lang="en-IN" sz="1800" kern="1200" dirty="0"/>
            <a:t>: Identify and expand into new customer segments, increasing your market reach.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Optimize Your Marketing Efforts</a:t>
          </a:r>
          <a:r>
            <a:rPr lang="en-IN" sz="1800" kern="1200" dirty="0"/>
            <a:t>: Focus your marketing strategies on the most promising areas, improving efficiency and effectiveness.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Analyse Successes and Failures</a:t>
          </a:r>
          <a:r>
            <a:rPr lang="en-IN" sz="1800" kern="1200" dirty="0"/>
            <a:t>: Learn from past performance to improve future outcomes and avoid repeating mistakes.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Monitor Your Business's Performance</a:t>
          </a:r>
          <a:r>
            <a:rPr lang="en-IN" sz="1800" kern="1200" dirty="0"/>
            <a:t>: Continuously track and evaluate your business’s progress to ensure it aligns with your goals.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/>
            <a:t>Pivot Your Business in New Directions</a:t>
          </a:r>
          <a:r>
            <a:rPr lang="en-IN" sz="1800" kern="1200" dirty="0"/>
            <a:t>: Use insights from the analysis to adapt and explore new directions for growth and innovation.</a:t>
          </a:r>
        </a:p>
      </dsp:txBody>
      <dsp:txXfrm rot="10800000">
        <a:off x="2436219" y="218279"/>
        <a:ext cx="9298772" cy="6367854"/>
      </dsp:txXfrm>
    </dsp:sp>
    <dsp:sp modelId="{B4C33389-4F3E-4B56-AE28-286523BB06B8}">
      <dsp:nvSpPr>
        <dsp:cNvPr id="0" name=""/>
        <dsp:cNvSpPr/>
      </dsp:nvSpPr>
      <dsp:spPr>
        <a:xfrm>
          <a:off x="0" y="1415945"/>
          <a:ext cx="4025497" cy="4025497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62000" r="-6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35BED-1A3C-4B5C-BEED-49602ED986E4}">
      <dsp:nvSpPr>
        <dsp:cNvPr id="0" name=""/>
        <dsp:cNvSpPr/>
      </dsp:nvSpPr>
      <dsp:spPr>
        <a:xfrm>
          <a:off x="1199938" y="1273176"/>
          <a:ext cx="4378187" cy="4378187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329B5-5385-40F8-AF4A-A42862ECBF9A}">
      <dsp:nvSpPr>
        <dsp:cNvPr id="0" name=""/>
        <dsp:cNvSpPr/>
      </dsp:nvSpPr>
      <dsp:spPr>
        <a:xfrm>
          <a:off x="1686282" y="1759520"/>
          <a:ext cx="3405499" cy="3405499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6CD25-6998-4467-B3B1-3226B6582F2D}">
      <dsp:nvSpPr>
        <dsp:cNvPr id="0" name=""/>
        <dsp:cNvSpPr/>
      </dsp:nvSpPr>
      <dsp:spPr>
        <a:xfrm>
          <a:off x="2172625" y="2245864"/>
          <a:ext cx="2432812" cy="2432812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87723-2760-4339-8E15-516639BBC205}">
      <dsp:nvSpPr>
        <dsp:cNvPr id="0" name=""/>
        <dsp:cNvSpPr/>
      </dsp:nvSpPr>
      <dsp:spPr>
        <a:xfrm>
          <a:off x="2659334" y="2732572"/>
          <a:ext cx="1459395" cy="1459395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A95BF-799D-4407-B163-92C044A105A0}">
      <dsp:nvSpPr>
        <dsp:cNvPr id="0" name=""/>
        <dsp:cNvSpPr/>
      </dsp:nvSpPr>
      <dsp:spPr>
        <a:xfrm>
          <a:off x="3145677" y="3218916"/>
          <a:ext cx="486708" cy="486708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 l="-62000" r="-6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44542-01C2-4661-A1E6-9F18399E6603}">
      <dsp:nvSpPr>
        <dsp:cNvPr id="0" name=""/>
        <dsp:cNvSpPr/>
      </dsp:nvSpPr>
      <dsp:spPr>
        <a:xfrm>
          <a:off x="6336599" y="186218"/>
          <a:ext cx="3854315" cy="772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·  </a:t>
          </a:r>
          <a:r>
            <a:rPr lang="en-IN" sz="2300" b="1" kern="1200" dirty="0"/>
            <a:t>Identifying Customer Needs</a:t>
          </a:r>
          <a:endParaRPr lang="en-IN" sz="2300" kern="1200" dirty="0"/>
        </a:p>
      </dsp:txBody>
      <dsp:txXfrm>
        <a:off x="6336599" y="186218"/>
        <a:ext cx="3854315" cy="772895"/>
      </dsp:txXfrm>
    </dsp:sp>
    <dsp:sp modelId="{A1CF6D37-E4B1-41F7-AE1E-9AF9750E2E58}">
      <dsp:nvSpPr>
        <dsp:cNvPr id="0" name=""/>
        <dsp:cNvSpPr/>
      </dsp:nvSpPr>
      <dsp:spPr>
        <a:xfrm>
          <a:off x="5760550" y="572666"/>
          <a:ext cx="5472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1CE3B-5D34-4AEE-BDF3-10C6E1A6E52A}">
      <dsp:nvSpPr>
        <dsp:cNvPr id="0" name=""/>
        <dsp:cNvSpPr/>
      </dsp:nvSpPr>
      <dsp:spPr>
        <a:xfrm rot="5400000">
          <a:off x="3128165" y="833533"/>
          <a:ext cx="2889603" cy="236786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45FAA6-E2F6-4BEF-A09C-089F0410A798}">
      <dsp:nvSpPr>
        <dsp:cNvPr id="0" name=""/>
        <dsp:cNvSpPr/>
      </dsp:nvSpPr>
      <dsp:spPr>
        <a:xfrm>
          <a:off x="6310098" y="897462"/>
          <a:ext cx="5126528" cy="772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·  </a:t>
          </a:r>
          <a:r>
            <a:rPr lang="en-IN" sz="2300" b="1" kern="1200" dirty="0"/>
            <a:t>Understanding Competitors</a:t>
          </a:r>
          <a:endParaRPr lang="en-IN" sz="2300" kern="1200" dirty="0"/>
        </a:p>
      </dsp:txBody>
      <dsp:txXfrm>
        <a:off x="6310098" y="897462"/>
        <a:ext cx="5126528" cy="772895"/>
      </dsp:txXfrm>
    </dsp:sp>
    <dsp:sp modelId="{7CD3E77D-EBE1-46ED-A7D7-07E60C780D00}">
      <dsp:nvSpPr>
        <dsp:cNvPr id="0" name=""/>
        <dsp:cNvSpPr/>
      </dsp:nvSpPr>
      <dsp:spPr>
        <a:xfrm>
          <a:off x="5760550" y="1389928"/>
          <a:ext cx="5472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15CBF-174C-4CF1-83BA-A241D66C3C51}">
      <dsp:nvSpPr>
        <dsp:cNvPr id="0" name=""/>
        <dsp:cNvSpPr/>
      </dsp:nvSpPr>
      <dsp:spPr>
        <a:xfrm rot="5400000">
          <a:off x="3552776" y="1588698"/>
          <a:ext cx="2405959" cy="200666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642A5-B7F1-40EA-AD67-1ED264C43303}">
      <dsp:nvSpPr>
        <dsp:cNvPr id="0" name=""/>
        <dsp:cNvSpPr/>
      </dsp:nvSpPr>
      <dsp:spPr>
        <a:xfrm>
          <a:off x="6151060" y="1807486"/>
          <a:ext cx="5285566" cy="772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·  </a:t>
          </a:r>
          <a:r>
            <a:rPr lang="en-IN" sz="2300" b="1" kern="1200" dirty="0"/>
            <a:t>Defining Target Market</a:t>
          </a:r>
          <a:endParaRPr lang="en-IN" sz="2300" kern="1200" dirty="0"/>
        </a:p>
      </dsp:txBody>
      <dsp:txXfrm>
        <a:off x="6151060" y="1807486"/>
        <a:ext cx="5285566" cy="772895"/>
      </dsp:txXfrm>
    </dsp:sp>
    <dsp:sp modelId="{CD3A9878-D788-4358-8A11-C2E2FFD11078}">
      <dsp:nvSpPr>
        <dsp:cNvPr id="0" name=""/>
        <dsp:cNvSpPr/>
      </dsp:nvSpPr>
      <dsp:spPr>
        <a:xfrm>
          <a:off x="5760550" y="2207190"/>
          <a:ext cx="5472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2A73B-2201-4DB0-A7FD-A76ED6061B80}">
      <dsp:nvSpPr>
        <dsp:cNvPr id="0" name=""/>
        <dsp:cNvSpPr/>
      </dsp:nvSpPr>
      <dsp:spPr>
        <a:xfrm rot="5400000">
          <a:off x="3969141" y="2312996"/>
          <a:ext cx="1897214" cy="168560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A8FF7-70DC-4FBC-BFF4-8912DE1AEE48}">
      <dsp:nvSpPr>
        <dsp:cNvPr id="0" name=""/>
        <dsp:cNvSpPr/>
      </dsp:nvSpPr>
      <dsp:spPr>
        <a:xfrm>
          <a:off x="5767990" y="2607235"/>
          <a:ext cx="5668636" cy="772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·  </a:t>
          </a:r>
          <a:r>
            <a:rPr lang="en-IN" sz="2300" b="1" kern="1200" dirty="0"/>
            <a:t>Market Opportunities and Gaps</a:t>
          </a:r>
          <a:endParaRPr lang="en-IN" sz="2300" kern="1200" dirty="0"/>
        </a:p>
      </dsp:txBody>
      <dsp:txXfrm>
        <a:off x="5767990" y="2607235"/>
        <a:ext cx="5668636" cy="772895"/>
      </dsp:txXfrm>
    </dsp:sp>
    <dsp:sp modelId="{015778FE-F4ED-4F64-886D-A11E613C32C3}">
      <dsp:nvSpPr>
        <dsp:cNvPr id="0" name=""/>
        <dsp:cNvSpPr/>
      </dsp:nvSpPr>
      <dsp:spPr>
        <a:xfrm>
          <a:off x="5760550" y="3006939"/>
          <a:ext cx="5472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A97923-F970-4AA2-B37C-40109289C6FB}">
      <dsp:nvSpPr>
        <dsp:cNvPr id="0" name=""/>
        <dsp:cNvSpPr/>
      </dsp:nvSpPr>
      <dsp:spPr>
        <a:xfrm rot="5400000">
          <a:off x="4383610" y="3077719"/>
          <a:ext cx="1447720" cy="130615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1CD69-2853-4ECD-9849-5A8537209E76}">
      <dsp:nvSpPr>
        <dsp:cNvPr id="0" name=""/>
        <dsp:cNvSpPr/>
      </dsp:nvSpPr>
      <dsp:spPr>
        <a:xfrm>
          <a:off x="5446634" y="3330629"/>
          <a:ext cx="5268579" cy="772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·  </a:t>
          </a:r>
          <a:r>
            <a:rPr lang="en-IN" sz="2300" b="1" kern="1200" dirty="0"/>
            <a:t>Aligning with Market Trends</a:t>
          </a:r>
          <a:endParaRPr lang="en-IN" sz="2300" kern="1200" dirty="0"/>
        </a:p>
      </dsp:txBody>
      <dsp:txXfrm>
        <a:off x="5446634" y="3330629"/>
        <a:ext cx="5268579" cy="772895"/>
      </dsp:txXfrm>
    </dsp:sp>
    <dsp:sp modelId="{EF302A74-7B60-499C-B9A9-AEC0B04DE7BF}">
      <dsp:nvSpPr>
        <dsp:cNvPr id="0" name=""/>
        <dsp:cNvSpPr/>
      </dsp:nvSpPr>
      <dsp:spPr>
        <a:xfrm>
          <a:off x="5760550" y="3783337"/>
          <a:ext cx="5472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73025-9C9A-4340-9F53-02CA4CBEB501}">
      <dsp:nvSpPr>
        <dsp:cNvPr id="0" name=""/>
        <dsp:cNvSpPr/>
      </dsp:nvSpPr>
      <dsp:spPr>
        <a:xfrm rot="5400000">
          <a:off x="4775458" y="3819822"/>
          <a:ext cx="1021577" cy="94860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ADF89-56DB-4928-9743-5AC491D5C9D2}">
      <dsp:nvSpPr>
        <dsp:cNvPr id="0" name=""/>
        <dsp:cNvSpPr/>
      </dsp:nvSpPr>
      <dsp:spPr>
        <a:xfrm>
          <a:off x="0" y="45648"/>
          <a:ext cx="11675164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/>
            <a:t>A business plan is a detailed document that outlines a company's objectives, strategies, and financial forecasts.</a:t>
          </a:r>
        </a:p>
      </dsp:txBody>
      <dsp:txXfrm>
        <a:off x="46606" y="92254"/>
        <a:ext cx="11581952" cy="861507"/>
      </dsp:txXfrm>
    </dsp:sp>
    <dsp:sp modelId="{6BCC3A12-CCB4-4842-A32A-6B548B5C6138}">
      <dsp:nvSpPr>
        <dsp:cNvPr id="0" name=""/>
        <dsp:cNvSpPr/>
      </dsp:nvSpPr>
      <dsp:spPr>
        <a:xfrm>
          <a:off x="0" y="1069488"/>
          <a:ext cx="11675164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/>
            <a:t>The different types of business plans, each tailored for specific purposes:</a:t>
          </a:r>
        </a:p>
      </dsp:txBody>
      <dsp:txXfrm>
        <a:off x="46606" y="1116094"/>
        <a:ext cx="11581952" cy="861507"/>
      </dsp:txXfrm>
    </dsp:sp>
    <dsp:sp modelId="{9E3C45C6-9DAB-4918-81D2-6CD1E21BCA8F}">
      <dsp:nvSpPr>
        <dsp:cNvPr id="0" name=""/>
        <dsp:cNvSpPr/>
      </dsp:nvSpPr>
      <dsp:spPr>
        <a:xfrm>
          <a:off x="0" y="2024208"/>
          <a:ext cx="11675164" cy="387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068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1900" b="1" kern="1200"/>
            <a:t>Start-up Business Plan</a:t>
          </a:r>
          <a:r>
            <a:rPr lang="en-IN" sz="1900" kern="1200"/>
            <a:t>: A comprehensive plan outlining the goals, strategies, and financial projections for a new business, designed to attract investors and secure funding.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1900" b="1" kern="1200"/>
            <a:t>Internal Business Plan</a:t>
          </a:r>
          <a:r>
            <a:rPr lang="en-IN" sz="1900" kern="1200"/>
            <a:t>: A plan focused on the internal operations of a business, used by management to guide decision-making and track progress toward company goals.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1900" b="1" kern="1200"/>
            <a:t>Strategic Business Plan</a:t>
          </a:r>
          <a:r>
            <a:rPr lang="en-IN" sz="1900" kern="1200"/>
            <a:t>: A high-level plan that defines the long-term goals of a business, along with the strategies and actions needed to achieve them, often spanning several years.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1900" b="1" kern="1200"/>
            <a:t>Feasibility Business Plan</a:t>
          </a:r>
          <a:r>
            <a:rPr lang="en-IN" sz="1900" kern="1200"/>
            <a:t>: A plan that assesses the viability of a new idea or venture, examining market potential, costs, and potential profitability before full-scale development.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1900" b="1" kern="1200"/>
            <a:t>Operations Business Plan</a:t>
          </a:r>
          <a:r>
            <a:rPr lang="en-IN" sz="1900" kern="1200"/>
            <a:t>: A detailed plan that outlines the day-to-day operations of a business, including production, logistics, supply chain management, and staffing.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1900" b="1" kern="1200"/>
            <a:t>Growth Business Plan</a:t>
          </a:r>
          <a:r>
            <a:rPr lang="en-IN" sz="1900" kern="1200"/>
            <a:t>: A plan focused on strategies for expanding a business, whether through new markets, additional products, or increased operations, typically used to attract investment or guide internal growth efforts.</a:t>
          </a:r>
        </a:p>
      </dsp:txBody>
      <dsp:txXfrm>
        <a:off x="0" y="2024208"/>
        <a:ext cx="11675164" cy="387504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E920A-4CBA-4867-84B9-E21574DCE222}">
      <dsp:nvSpPr>
        <dsp:cNvPr id="0" name=""/>
        <dsp:cNvSpPr/>
      </dsp:nvSpPr>
      <dsp:spPr>
        <a:xfrm>
          <a:off x="0" y="2637205"/>
          <a:ext cx="6151339" cy="3763593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1AFEE-9C0C-45FB-9295-F78C73039FA8}">
      <dsp:nvSpPr>
        <dsp:cNvPr id="0" name=""/>
        <dsp:cNvSpPr/>
      </dsp:nvSpPr>
      <dsp:spPr>
        <a:xfrm>
          <a:off x="0" y="412898"/>
          <a:ext cx="7646719" cy="42394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Sales Forecasting</a:t>
          </a:r>
          <a:endParaRPr lang="en-IN" sz="1800" kern="1200" dirty="0"/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1800" b="1" kern="1200" dirty="0"/>
            <a:t>Historical Data Analysis</a:t>
          </a:r>
          <a:r>
            <a:rPr lang="en-IN" sz="1800" kern="1200" dirty="0"/>
            <a:t>: Review past sales data to identify trends, seasonality, and patterns that can inform future predictions.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1800" b="1" kern="1200" dirty="0"/>
            <a:t>Market Trends</a:t>
          </a:r>
          <a:r>
            <a:rPr lang="en-IN" sz="1800" kern="1200" dirty="0"/>
            <a:t>: Analyse current market conditions and trends that could impact future sales, such as changes in consumer behaviour or economic factors.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1800" b="1" kern="1200" dirty="0"/>
            <a:t>Sales Goals</a:t>
          </a:r>
          <a:r>
            <a:rPr lang="en-IN" sz="1800" kern="1200" dirty="0"/>
            <a:t>: Set specific, measurable sales targets based on historical performance, market potential, and business objectives.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1800" b="1" kern="1200" dirty="0"/>
            <a:t>Sales Channels</a:t>
          </a:r>
          <a:r>
            <a:rPr lang="en-IN" sz="1800" kern="1200" dirty="0"/>
            <a:t>: Evaluate the performance of different sales channels (e.g., online, retail, direct sales) and project their contributions to future sales.</a:t>
          </a: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1800" b="1" kern="1200" dirty="0"/>
            <a:t>Product or Service Lifecycle</a:t>
          </a:r>
          <a:r>
            <a:rPr lang="en-IN" sz="1800" kern="1200" dirty="0"/>
            <a:t>: Consider the stage of your product or service lifecycle (introduction, growth, maturity, decline) and how it affects sales.</a:t>
          </a:r>
        </a:p>
      </dsp:txBody>
      <dsp:txXfrm>
        <a:off x="124171" y="537069"/>
        <a:ext cx="7398377" cy="3991156"/>
      </dsp:txXfrm>
    </dsp:sp>
    <dsp:sp modelId="{DC89327D-946D-4CFC-9A6C-132D6ED1D971}">
      <dsp:nvSpPr>
        <dsp:cNvPr id="0" name=""/>
        <dsp:cNvSpPr/>
      </dsp:nvSpPr>
      <dsp:spPr>
        <a:xfrm>
          <a:off x="8257141" y="-38222"/>
          <a:ext cx="2444727" cy="5290035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39811-5725-4A5A-B4E6-A20D3F765509}">
      <dsp:nvSpPr>
        <dsp:cNvPr id="0" name=""/>
        <dsp:cNvSpPr/>
      </dsp:nvSpPr>
      <dsp:spPr>
        <a:xfrm>
          <a:off x="9246254" y="-112992"/>
          <a:ext cx="2799972" cy="6626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500" b="1" i="0" kern="1200" dirty="0"/>
            <a:t>Sales forecasting is the process of estimating a company’s sales revenue for a specific time period – commonly a month, quarter, or year. A sales forecast is prediction of how much a company will sell in the future.</a:t>
          </a:r>
          <a:endParaRPr lang="en-IN" sz="2500" kern="1200" dirty="0"/>
        </a:p>
      </dsp:txBody>
      <dsp:txXfrm>
        <a:off x="9328262" y="-30984"/>
        <a:ext cx="2635956" cy="646276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E920A-4CBA-4867-84B9-E21574DCE222}">
      <dsp:nvSpPr>
        <dsp:cNvPr id="0" name=""/>
        <dsp:cNvSpPr/>
      </dsp:nvSpPr>
      <dsp:spPr>
        <a:xfrm>
          <a:off x="0" y="2906804"/>
          <a:ext cx="5191720" cy="317646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1AFEE-9C0C-45FB-9295-F78C73039FA8}">
      <dsp:nvSpPr>
        <dsp:cNvPr id="0" name=""/>
        <dsp:cNvSpPr/>
      </dsp:nvSpPr>
      <dsp:spPr>
        <a:xfrm>
          <a:off x="881304" y="102521"/>
          <a:ext cx="5357569" cy="61086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b="1" kern="1200" dirty="0"/>
            <a:t>Marketing Forecasting</a:t>
          </a:r>
        </a:p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IN" sz="1900" b="1" kern="1200" dirty="0"/>
            <a:t>Market Research</a:t>
          </a:r>
          <a:r>
            <a:rPr lang="en-IN" sz="1900" kern="1200" dirty="0"/>
            <a:t>: Conduct research to understand market demand, customer preferences, and competitive dynamics.</a:t>
          </a:r>
        </a:p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IN" sz="1900" b="1" kern="1200" dirty="0"/>
            <a:t>Marketing Strategy</a:t>
          </a:r>
          <a:r>
            <a:rPr lang="en-IN" sz="1900" kern="1200" dirty="0"/>
            <a:t>: Develop and forecast the impact of various marketing strategies and campaigns, such as promotions, advertising, and content marketing.</a:t>
          </a:r>
        </a:p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IN" sz="1900" b="1" kern="1200" dirty="0"/>
            <a:t>Budget Allocation</a:t>
          </a:r>
          <a:r>
            <a:rPr lang="en-IN" sz="1900" kern="1200" dirty="0"/>
            <a:t>: Plan and allocate the marketing budget across different channels and activities based on expected returns.</a:t>
          </a:r>
        </a:p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IN" sz="1900" b="1" kern="1200" dirty="0"/>
            <a:t>Customer Acquisition</a:t>
          </a:r>
          <a:r>
            <a:rPr lang="en-IN" sz="1900" kern="1200" dirty="0"/>
            <a:t>: Forecast the number of new customers expected to be acquired through marketing efforts and estimate their potential lifetime value.</a:t>
          </a:r>
        </a:p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Char char="•"/>
          </a:pPr>
          <a:r>
            <a:rPr lang="en-IN" sz="1900" b="1" kern="1200" dirty="0"/>
            <a:t>Brand Performance</a:t>
          </a:r>
          <a:r>
            <a:rPr lang="en-IN" sz="1900" kern="1200" dirty="0"/>
            <a:t>: Assess how brand awareness and reputation will influence marketing outcomes and customer engagement</a:t>
          </a:r>
        </a:p>
      </dsp:txBody>
      <dsp:txXfrm>
        <a:off x="1038222" y="259439"/>
        <a:ext cx="5043733" cy="5794849"/>
      </dsp:txXfrm>
    </dsp:sp>
    <dsp:sp modelId="{A65F955B-3875-4B3D-90C5-C9E2DE79FAD8}">
      <dsp:nvSpPr>
        <dsp:cNvPr id="0" name=""/>
        <dsp:cNvSpPr/>
      </dsp:nvSpPr>
      <dsp:spPr>
        <a:xfrm>
          <a:off x="6420122" y="1811696"/>
          <a:ext cx="5191720" cy="2004004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A7112-039E-42DC-BB4E-AED1B9AA6C8C}">
      <dsp:nvSpPr>
        <dsp:cNvPr id="0" name=""/>
        <dsp:cNvSpPr/>
      </dsp:nvSpPr>
      <dsp:spPr>
        <a:xfrm>
          <a:off x="7804581" y="-38790"/>
          <a:ext cx="4384119" cy="67069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 marketing forecast is an analysis that projects the future trends, characteristics and numbers </a:t>
          </a:r>
          <a:r>
            <a:rPr lang="en-IN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(potential sales figures based on current data and market research)</a:t>
          </a:r>
          <a:r>
            <a:rPr lang="en-IN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IN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 your target market. It provides anticipated numbers that a company expects based upon market research.</a:t>
          </a:r>
        </a:p>
      </dsp:txBody>
      <dsp:txXfrm>
        <a:off x="7932987" y="89616"/>
        <a:ext cx="4127307" cy="64501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BDC4-55B2-4876-8C53-1BCAE4967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E0BA0-8FE4-429E-B372-AF1FE0904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B51A2-4E68-4873-B78D-3FE387A5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FBB5B-9BC9-4A61-BA26-D0510C9E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9C4FA-19C8-4048-BFCA-ED594FDE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43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D743-E301-4A6E-99BB-A2804B95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E2AF0-723D-4143-9035-DCC8925BA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BD4E7-2B14-4997-BDEF-EDD6BDBC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1064-9EEF-4327-9DCA-B231A7E5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86CF2-B7EE-45A8-8B87-8DFD9B0ED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86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540B-541A-4E69-8798-C13298A2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92D8E-BB1C-4E1B-AF65-24F245EA5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731B7-2BB0-4525-AB8D-B4706D39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244B7-E74C-4FD3-B38A-00AF45FED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FF01-F6C4-49EF-8C45-F6F0F6D4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10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5509-FE8D-4760-A402-33BB530A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3A23-7B72-46A9-94A7-783EDA07B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32815-2852-4E5D-8566-5FB737EC9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B3B0F-08F6-4DC3-8788-99A49CFC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4C6C0-CC6B-440A-B673-B2C8F389E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63458-19A5-4163-A92F-3FE59959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21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0715-A769-4BB2-900A-4435BB1FC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F7283-2A2F-42C7-998A-3E4CEFB30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B148A-270C-493F-A7ED-8337922B2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FDB5D-6E1B-450B-A5E3-AB2D8E337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31118-2749-4AD9-BA3C-F6581FC17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B8224E-129A-48B6-865B-F5D00B05B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98CACB-92BF-4B02-AC24-62C581DD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8AA5A-3CB5-4725-8FAD-47220FF1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38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914C3-F9E2-480A-B465-5B8950EA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0FB087-49D5-43AE-84BC-CDEB3F49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14C3D-38BD-4554-96E5-1F372E76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510D3-F624-4237-A678-1DBA29A7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948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B69122-BA76-4AFA-B8BB-6F4AC710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07F8F-ABA9-45E4-81D4-CEAB81D2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71943-DDC3-419E-A109-F80FB7D4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4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0076-B4A4-427C-B741-04ABFB689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CE717-BA7B-4E89-A510-C48CEC209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CE235-6BF5-48E4-BF04-CA9ADE501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3E3DF-A3AC-4E4F-A0F8-578D8779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5FE7F-577F-4969-ADCC-091C6B40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CBAA9-8128-4E4B-8196-F1C6A8F2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421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EB3E-AEC8-4D3F-A0D0-16F38A87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D806DD-5AC7-4F5E-8EDF-DCD57E724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75124-4925-4A52-B201-56D1D9ED7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1120C-D414-4392-9E50-0823D3FC4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3E8C-4E04-4004-8105-D4BE410F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8A92A-EDC4-4DAC-85F5-5E1F4678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94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B27C-95E7-4AC5-A91B-64651127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B7E0B-C226-4864-88B3-15D93BC20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E4D0C-49BC-4FC5-8A07-51A04338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A5700-6E12-41A3-AFF6-ABE9F593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78B10-E6C8-4E2F-A153-CA60B8CF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3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32921-0E77-46F7-AA42-4838DDF2B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A95D6-3D54-41B9-BE86-1B9849B09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FCCA5-3DC6-4639-8676-6F637AAC5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ECF7C-CEC7-404A-8886-B326002C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978E8-7F2E-4A2E-8627-653A7D8F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172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09470-21F2-4CAB-97EB-D6390335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C476C-9E00-49FA-B216-CB2700DBB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1FCF2-6152-4E84-977A-FDAC6D9767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60A4C-AFDA-4CFD-A0DB-C90777AD7F19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DA0B2-CC52-4C62-BDAD-6DC75CF20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D00E8-AD6D-4FDE-9AB1-23AC2EDED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6B547-5030-4B50-BEA7-15424F60D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67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AA8587-16EE-4708-8540-0E424D08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DB150F-A2A5-4EB3-A91C-70E780FB3ED7}"/>
              </a:ext>
            </a:extLst>
          </p:cNvPr>
          <p:cNvSpPr txBox="1"/>
          <p:nvPr/>
        </p:nvSpPr>
        <p:spPr>
          <a:xfrm>
            <a:off x="2663687" y="1417983"/>
            <a:ext cx="686462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endParaRPr lang="en-IN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and Strategy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Models and Strategy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 and market analysis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Plan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of the Business Plan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Marketing and Sales Forecasting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98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AA8587-16EE-4708-8540-0E424D08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DB150F-A2A5-4EB3-A91C-70E780FB3ED7}"/>
              </a:ext>
            </a:extLst>
          </p:cNvPr>
          <p:cNvSpPr txBox="1"/>
          <p:nvPr/>
        </p:nvSpPr>
        <p:spPr>
          <a:xfrm>
            <a:off x="241596" y="1065475"/>
            <a:ext cx="110688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is the central, integrated, externally-oriented concept of how an organization will achieve its objectives (Hambrick &amp; Fredrickson, 2001). </a:t>
            </a:r>
          </a:p>
          <a:p>
            <a:pPr algn="just"/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strategies are the plans that entrepreneurs develop to achieve their goals. Gundry, L.K.  –  2020.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management is the body of knowledge that answers questions about the development and implementation of good strategies.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897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AA8587-16EE-4708-8540-0E424D082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D392DB-B112-4DD2-85AE-B0249683AEED}"/>
              </a:ext>
            </a:extLst>
          </p:cNvPr>
          <p:cNvSpPr/>
          <p:nvPr/>
        </p:nvSpPr>
        <p:spPr>
          <a:xfrm>
            <a:off x="182217" y="137495"/>
            <a:ext cx="1182756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strategy is the set of decisions and actions that entrepreneurs take to shape and execute their business model, position their venture in the market, and compete effectively with rivals.</a:t>
            </a:r>
          </a:p>
          <a:p>
            <a:pPr algn="just">
              <a:buFont typeface="+mj-lt"/>
              <a:buAutoNum type="arabicPeriod"/>
            </a:pP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strategy aligns vision, mission, and goals with resources, ensuring cohesive direction and efficient resource allocation.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enables entrepreneurs to create and capture value through innovation, differentiation, and customer-centric approaches, driving competitive advantage and profitability.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strategy allows proactive anticipation and effective response to changing customer needs, market dynamics, and competitive pressures, ensuring sustained relevance and growth.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guides entrepreneurs in leveraging strengths and mitigating weaknesses, optimizing internal capabilities and positioning for market success.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facilitates the identification and exploitation of opportunities while effectively managing and mitigating threats, enhancing resilience and strategic positioning in the market.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strategy promotes a culture of learning from successes and failures, fostering continuous improvement and adaptive strategies for long-term success.</a:t>
            </a:r>
          </a:p>
        </p:txBody>
      </p:sp>
    </p:spTree>
    <p:extLst>
      <p:ext uri="{BB962C8B-B14F-4D97-AF65-F5344CB8AC3E}">
        <p14:creationId xmlns:p14="http://schemas.microsoft.com/office/powerpoint/2010/main" val="405149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AD5D170-1ABD-40C5-801D-5F99026B11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4217564"/>
              </p:ext>
            </p:extLst>
          </p:nvPr>
        </p:nvGraphicFramePr>
        <p:xfrm>
          <a:off x="-500270" y="-132522"/>
          <a:ext cx="13192540" cy="7301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044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4C9C085-B6C4-468F-AAC4-5D008F4B17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789021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506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FCA7B07-A148-4051-B330-CD3F3CE45E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6756994"/>
              </p:ext>
            </p:extLst>
          </p:nvPr>
        </p:nvGraphicFramePr>
        <p:xfrm>
          <a:off x="225287" y="105013"/>
          <a:ext cx="11330609" cy="6370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379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C5FEED-878A-41BF-977E-112E31B6B0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2112191"/>
              </p:ext>
            </p:extLst>
          </p:nvPr>
        </p:nvGraphicFramePr>
        <p:xfrm>
          <a:off x="251791" y="291548"/>
          <a:ext cx="11701670" cy="6175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6190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trepreneurial Strategic Process - Slide 6">
            <a:extLst>
              <a:ext uri="{FF2B5EF4-FFF2-40B4-BE49-F238E27FC236}">
                <a16:creationId xmlns:a16="http://schemas.microsoft.com/office/drawing/2014/main" id="{7E9BC0A2-1729-452C-914A-6AD20FCD8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239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ECCD92A-626F-4F14-A971-DF9AE7D986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0352784"/>
              </p:ext>
            </p:extLst>
          </p:nvPr>
        </p:nvGraphicFramePr>
        <p:xfrm>
          <a:off x="159026" y="645326"/>
          <a:ext cx="12032974" cy="6033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0E9F452-95E8-4B64-9B89-8461E8B27857}"/>
              </a:ext>
            </a:extLst>
          </p:cNvPr>
          <p:cNvSpPr/>
          <p:nvPr/>
        </p:nvSpPr>
        <p:spPr>
          <a:xfrm>
            <a:off x="337926" y="60551"/>
            <a:ext cx="70661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3200" b="1" dirty="0">
                <a:solidFill>
                  <a:srgbClr val="FF0000"/>
                </a:solidFill>
              </a:rPr>
              <a:t>The Benefits Of Entrepreneurial Strategy</a:t>
            </a:r>
          </a:p>
        </p:txBody>
      </p:sp>
    </p:spTree>
    <p:extLst>
      <p:ext uri="{BB962C8B-B14F-4D97-AF65-F5344CB8AC3E}">
        <p14:creationId xmlns:p14="http://schemas.microsoft.com/office/powerpoint/2010/main" val="294739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CCD82FC-0ECE-4E34-9E36-F2CF5C73D7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2701740"/>
              </p:ext>
            </p:extLst>
          </p:nvPr>
        </p:nvGraphicFramePr>
        <p:xfrm>
          <a:off x="583095" y="592170"/>
          <a:ext cx="11078818" cy="5914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B2AD6E1-557E-46FA-98A6-A0A0334321D5}"/>
              </a:ext>
            </a:extLst>
          </p:cNvPr>
          <p:cNvSpPr/>
          <p:nvPr/>
        </p:nvSpPr>
        <p:spPr>
          <a:xfrm>
            <a:off x="292714" y="222838"/>
            <a:ext cx="6120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Challenges Of Entrepreneurial Strategy</a:t>
            </a:r>
          </a:p>
        </p:txBody>
      </p:sp>
    </p:spTree>
    <p:extLst>
      <p:ext uri="{BB962C8B-B14F-4D97-AF65-F5344CB8AC3E}">
        <p14:creationId xmlns:p14="http://schemas.microsoft.com/office/powerpoint/2010/main" val="1722498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B446B-2C81-41C1-ADC9-C9CC3ADAF6DC}"/>
              </a:ext>
            </a:extLst>
          </p:cNvPr>
          <p:cNvSpPr/>
          <p:nvPr/>
        </p:nvSpPr>
        <p:spPr>
          <a:xfrm>
            <a:off x="96737" y="381864"/>
            <a:ext cx="47628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Models and Strategy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A6B71DA-0717-43D9-A968-B6C483EB01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619602"/>
              </p:ext>
            </p:extLst>
          </p:nvPr>
        </p:nvGraphicFramePr>
        <p:xfrm>
          <a:off x="96737" y="905084"/>
          <a:ext cx="12311270" cy="2786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BD92E56-3CB2-495F-A6DE-D1C38A0459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267766"/>
              </p:ext>
            </p:extLst>
          </p:nvPr>
        </p:nvGraphicFramePr>
        <p:xfrm>
          <a:off x="-174932" y="2795247"/>
          <a:ext cx="12854608" cy="4062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72317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0B649EA-131A-4AE8-93D1-36FCE0516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841305"/>
              </p:ext>
            </p:extLst>
          </p:nvPr>
        </p:nvGraphicFramePr>
        <p:xfrm>
          <a:off x="159025" y="0"/>
          <a:ext cx="11370366" cy="6983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1AC183-637E-488E-B30C-DC53D00DED9E}"/>
              </a:ext>
            </a:extLst>
          </p:cNvPr>
          <p:cNvSpPr txBox="1"/>
          <p:nvPr/>
        </p:nvSpPr>
        <p:spPr>
          <a:xfrm>
            <a:off x="265044" y="225287"/>
            <a:ext cx="1961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KEY POINTS </a:t>
            </a:r>
          </a:p>
        </p:txBody>
      </p:sp>
    </p:spTree>
    <p:extLst>
      <p:ext uri="{BB962C8B-B14F-4D97-AF65-F5344CB8AC3E}">
        <p14:creationId xmlns:p14="http://schemas.microsoft.com/office/powerpoint/2010/main" val="265917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289256C-30DF-4757-AD99-3C07498198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6714733"/>
              </p:ext>
            </p:extLst>
          </p:nvPr>
        </p:nvGraphicFramePr>
        <p:xfrm>
          <a:off x="636103" y="159026"/>
          <a:ext cx="11317358" cy="6533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2725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BC9AAE4-274E-4A37-BF63-FAD3045A5C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777931"/>
              </p:ext>
            </p:extLst>
          </p:nvPr>
        </p:nvGraphicFramePr>
        <p:xfrm>
          <a:off x="291548" y="149087"/>
          <a:ext cx="11343861" cy="6559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8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AE5D4D3-1C2D-4710-9BB4-C8FCB20D6F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5110041"/>
              </p:ext>
            </p:extLst>
          </p:nvPr>
        </p:nvGraphicFramePr>
        <p:xfrm>
          <a:off x="92765" y="541613"/>
          <a:ext cx="12006470" cy="6123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D45DACF-A7F9-4619-A91B-745BDD0683E3}"/>
              </a:ext>
            </a:extLst>
          </p:cNvPr>
          <p:cNvSpPr/>
          <p:nvPr/>
        </p:nvSpPr>
        <p:spPr>
          <a:xfrm>
            <a:off x="0" y="18393"/>
            <a:ext cx="40757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Business Models</a:t>
            </a:r>
            <a:endParaRPr lang="en-IN" sz="28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5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71BFC8E-78DE-475D-A614-09D9F8B90C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7923838"/>
              </p:ext>
            </p:extLst>
          </p:nvPr>
        </p:nvGraphicFramePr>
        <p:xfrm>
          <a:off x="291547" y="622852"/>
          <a:ext cx="11343861" cy="5850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169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D7129-3D1F-46F8-AB38-087936B32162}"/>
              </a:ext>
            </a:extLst>
          </p:cNvPr>
          <p:cNvSpPr/>
          <p:nvPr/>
        </p:nvSpPr>
        <p:spPr>
          <a:xfrm>
            <a:off x="506273" y="342108"/>
            <a:ext cx="27510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E2ECB0-38C2-46A3-821E-A8236735E52B}"/>
              </a:ext>
            </a:extLst>
          </p:cNvPr>
          <p:cNvSpPr/>
          <p:nvPr/>
        </p:nvSpPr>
        <p:spPr>
          <a:xfrm>
            <a:off x="967409" y="1443841"/>
            <a:ext cx="1046921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/>
              <a:t>Innovation is the lifeblood of entrepreneurship. It involves creating new ideas, products, services, or processes that add value and differentiate a business in the marketplace. </a:t>
            </a:r>
          </a:p>
          <a:p>
            <a:pPr algn="just"/>
            <a:endParaRPr lang="en-IN" dirty="0"/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b="1" dirty="0"/>
              <a:t>Product Innovation:</a:t>
            </a:r>
            <a:r>
              <a:rPr lang="en-IN" dirty="0"/>
              <a:t> Developing new or improved products that meet customer needs and differentiate your business in the market.</a:t>
            </a: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b="1" dirty="0"/>
              <a:t>Process Innovation:</a:t>
            </a:r>
            <a:r>
              <a:rPr lang="en-IN" dirty="0"/>
              <a:t> Enhancing the efficiency and effectiveness of your business operations to deliver better value.</a:t>
            </a: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b="1" dirty="0"/>
              <a:t>Business Model Innovation:</a:t>
            </a:r>
            <a:r>
              <a:rPr lang="en-IN" dirty="0"/>
              <a:t> Rethinking how your business creates, delivers, and captures value to stay ahead of the competition.</a:t>
            </a: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b="1" dirty="0"/>
              <a:t>Market Innovation:</a:t>
            </a:r>
            <a:r>
              <a:rPr lang="en-IN" dirty="0"/>
              <a:t> Identifying and tapping into new markets or customer segments to expand your business reach.</a:t>
            </a: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b="1" dirty="0"/>
              <a:t>Organizational Innovation:</a:t>
            </a:r>
            <a:r>
              <a:rPr lang="en-IN" dirty="0"/>
              <a:t> Adapting your company’s structure, culture, or practices to foster innovation and improve performance.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379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1AF993B-83E0-48EB-BE65-001520732A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7135628"/>
              </p:ext>
            </p:extLst>
          </p:nvPr>
        </p:nvGraphicFramePr>
        <p:xfrm>
          <a:off x="39757" y="109330"/>
          <a:ext cx="12152243" cy="6639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169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E5345E4-0087-46BF-8AF6-06A195FED6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864243"/>
              </p:ext>
            </p:extLst>
          </p:nvPr>
        </p:nvGraphicFramePr>
        <p:xfrm>
          <a:off x="397565" y="106017"/>
          <a:ext cx="11105322" cy="6506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4710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0B3C1B-D252-4124-8A42-B852E640EC90}"/>
              </a:ext>
            </a:extLst>
          </p:cNvPr>
          <p:cNvSpPr/>
          <p:nvPr/>
        </p:nvSpPr>
        <p:spPr>
          <a:xfrm>
            <a:off x="864704" y="1276700"/>
            <a:ext cx="10462592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Challenges Faced by Innovative Entrepreneurs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0" lvl="3" indent="-342900" algn="just"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Market Acceptance:</a:t>
            </a: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Overcoming initial scepticism and resistance to convince consumers and businesses to adopt novel products or services.</a:t>
            </a:r>
          </a:p>
          <a:p>
            <a:pPr marL="1714500" lvl="3" indent="-342900" algn="just"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Securing Funding:</a:t>
            </a: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Raising capital for high-risk innovations by demonstrating potential returns to cautious investors.</a:t>
            </a:r>
          </a:p>
          <a:p>
            <a:pPr marL="1714500" lvl="3" indent="-342900" algn="just"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Intellectual Property Protection:</a:t>
            </a: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Navigating complex and costly intellectual property laws to safeguard innovations from imitation or theft.</a:t>
            </a:r>
          </a:p>
          <a:p>
            <a:pPr marL="1714500" lvl="3" indent="-342900" algn="just"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Talent Acquisition:</a:t>
            </a: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Building a team with the right skills and a willingness to venture into uncharted territory to drive innovation.</a:t>
            </a:r>
          </a:p>
          <a:p>
            <a:pPr marL="1714500" lvl="3" indent="-342900" algn="just"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Regulatory Compliance:</a:t>
            </a: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Addressing uncertain legal environments and complying with regulations that may not yet account for innovative products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2868339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D3741C-6F33-40E5-8F98-2EA4C954B75B}"/>
              </a:ext>
            </a:extLst>
          </p:cNvPr>
          <p:cNvSpPr/>
          <p:nvPr/>
        </p:nvSpPr>
        <p:spPr>
          <a:xfrm>
            <a:off x="198782" y="554719"/>
            <a:ext cx="11237844" cy="5034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 Trends in Innovative Entrepreneurship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Sustainability and Social Impact: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Entrepreneurs will drive innovations that address environmental and social challenges, focusing on clean energy, sustainable agriculture, and social enterprises.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Transformation: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Continued digitalisation across industries will spur innovation in AI, blockchain, and IoT, enabling new solutions that enhance efficiency, security, and connectivity.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Remote Work and Collaboration Technologies: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remote work grows, demand for innovative tools that enhance virtual collaboration and productivity will lead to advancements in virtual workspaces and immersive meetings.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 Innovation: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Entrepreneurs will lead in developing telehealth, personalised medicine, and wearable health technologies as healthcare faces challenges from ageing populations and rising costs.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Decentralisation and Democratisation of Technology: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rise of blockchain and peer-to-peer technologies will empower entrepreneurs to create more transparent, equitable, and decentralised solutions across various sectors.</a:t>
            </a:r>
            <a:endParaRPr lang="en-IN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412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9871A4-9BAD-4CEB-AA75-A9F05EC59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2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F2F3CE-F3CA-4BBF-A8BD-089976C22F26}"/>
              </a:ext>
            </a:extLst>
          </p:cNvPr>
          <p:cNvSpPr/>
          <p:nvPr/>
        </p:nvSpPr>
        <p:spPr>
          <a:xfrm>
            <a:off x="5406887" y="0"/>
            <a:ext cx="665259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value proposition defines the benefits your company's products and services offer to the customer.</a:t>
            </a: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value proposition offers tangible benefits like cost savings and enhanced performance, along with intangible benefits such as convenience, trust, and emotional connection.</a:t>
            </a: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communicates the clearest benefit that customers receive by giving you their business. </a:t>
            </a:r>
          </a:p>
          <a:p>
            <a:pPr marL="1200150" lvl="2" indent="-285750" algn="just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great value proposition may highlight what makes you different from competitors, but it should always focus on how customers define your value.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3F6F8D-44E7-4827-BCDB-26F0CF2A430B}"/>
              </a:ext>
            </a:extLst>
          </p:cNvPr>
          <p:cNvSpPr/>
          <p:nvPr/>
        </p:nvSpPr>
        <p:spPr>
          <a:xfrm>
            <a:off x="102934" y="0"/>
            <a:ext cx="6125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 AND MARKET ANALYSIS </a:t>
            </a:r>
          </a:p>
        </p:txBody>
      </p:sp>
    </p:spTree>
    <p:extLst>
      <p:ext uri="{BB962C8B-B14F-4D97-AF65-F5344CB8AC3E}">
        <p14:creationId xmlns:p14="http://schemas.microsoft.com/office/powerpoint/2010/main" val="4256923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1145CBE-1AC0-4559-BCA9-B8B7B9385C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4706766"/>
              </p:ext>
            </p:extLst>
          </p:nvPr>
        </p:nvGraphicFramePr>
        <p:xfrm>
          <a:off x="79513" y="0"/>
          <a:ext cx="12032974" cy="3485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D6EC0374-0B22-434C-A9FD-8025BCC1CC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820839"/>
              </p:ext>
            </p:extLst>
          </p:nvPr>
        </p:nvGraphicFramePr>
        <p:xfrm>
          <a:off x="0" y="2398029"/>
          <a:ext cx="12192000" cy="4459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85826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14F217-9491-4B4D-839B-BD49476C1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88" y="802171"/>
            <a:ext cx="9805423" cy="60558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F3CFE9-497E-4EE5-97F7-290F4EC2CA8E}"/>
              </a:ext>
            </a:extLst>
          </p:cNvPr>
          <p:cNvSpPr/>
          <p:nvPr/>
        </p:nvSpPr>
        <p:spPr>
          <a:xfrm>
            <a:off x="139964" y="169829"/>
            <a:ext cx="67077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WRITE A VALUE PROPOSITION: 3 OPTIONS</a:t>
            </a:r>
            <a:endParaRPr lang="en-IN" sz="2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020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A3B3670-DFF6-4AB2-85F0-3FF33A44A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535305"/>
              </p:ext>
            </p:extLst>
          </p:nvPr>
        </p:nvGraphicFramePr>
        <p:xfrm>
          <a:off x="-1298713" y="149087"/>
          <a:ext cx="13490713" cy="6559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8140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484A7EC-1F83-4E06-996A-190E7C8D11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0159383"/>
              </p:ext>
            </p:extLst>
          </p:nvPr>
        </p:nvGraphicFramePr>
        <p:xfrm>
          <a:off x="0" y="-26504"/>
          <a:ext cx="12192000" cy="6884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8216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A1DFBC2-465E-475A-8C83-8EC762D4D8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734398"/>
              </p:ext>
            </p:extLst>
          </p:nvPr>
        </p:nvGraphicFramePr>
        <p:xfrm>
          <a:off x="175589" y="146351"/>
          <a:ext cx="12016411" cy="6804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8E36622-9AA4-4236-99F8-31C54225A1AF}"/>
              </a:ext>
            </a:extLst>
          </p:cNvPr>
          <p:cNvSpPr/>
          <p:nvPr/>
        </p:nvSpPr>
        <p:spPr>
          <a:xfrm>
            <a:off x="0" y="53586"/>
            <a:ext cx="2726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ANALYSIS 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1E79B-B014-4E0F-A199-ECDCD7DF7E6D}"/>
              </a:ext>
            </a:extLst>
          </p:cNvPr>
          <p:cNvSpPr txBox="1"/>
          <p:nvPr/>
        </p:nvSpPr>
        <p:spPr>
          <a:xfrm>
            <a:off x="175589" y="453696"/>
            <a:ext cx="40419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“A market analysis is an in-depth evaluation of a market to determine suitability for a business or product.”</a:t>
            </a:r>
          </a:p>
        </p:txBody>
      </p:sp>
    </p:spTree>
    <p:extLst>
      <p:ext uri="{BB962C8B-B14F-4D97-AF65-F5344CB8AC3E}">
        <p14:creationId xmlns:p14="http://schemas.microsoft.com/office/powerpoint/2010/main" val="1685015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62A933-16D6-4DB6-9BED-760D0317172D}"/>
              </a:ext>
            </a:extLst>
          </p:cNvPr>
          <p:cNvSpPr/>
          <p:nvPr/>
        </p:nvSpPr>
        <p:spPr>
          <a:xfrm>
            <a:off x="185530" y="0"/>
            <a:ext cx="96873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2000" b="1" dirty="0">
              <a:solidFill>
                <a:srgbClr val="C00000"/>
              </a:solidFill>
            </a:endParaRPr>
          </a:p>
          <a:p>
            <a:r>
              <a:rPr lang="en-IN" sz="2000" b="1" dirty="0">
                <a:solidFill>
                  <a:srgbClr val="C00000"/>
                </a:solidFill>
              </a:rPr>
              <a:t> VALUE PROPOSITION IS CLOSELY CONNECTED WITH MARKET ANALYSIS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C7C05C8-0052-4C1F-9629-0843A35D7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044140"/>
              </p:ext>
            </p:extLst>
          </p:nvPr>
        </p:nvGraphicFramePr>
        <p:xfrm>
          <a:off x="543338" y="1020417"/>
          <a:ext cx="11436627" cy="5837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1625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1129FD-3E05-40EB-B7A7-99D21841F5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5613966"/>
              </p:ext>
            </p:extLst>
          </p:nvPr>
        </p:nvGraphicFramePr>
        <p:xfrm>
          <a:off x="424070" y="609600"/>
          <a:ext cx="11675164" cy="5944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2CFF06-E279-45CB-8291-29D607AE5738}"/>
              </a:ext>
            </a:extLst>
          </p:cNvPr>
          <p:cNvSpPr txBox="1"/>
          <p:nvPr/>
        </p:nvSpPr>
        <p:spPr>
          <a:xfrm>
            <a:off x="92766" y="192397"/>
            <a:ext cx="2756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BUSINESS PLAN</a:t>
            </a:r>
          </a:p>
        </p:txBody>
      </p:sp>
    </p:spTree>
    <p:extLst>
      <p:ext uri="{BB962C8B-B14F-4D97-AF65-F5344CB8AC3E}">
        <p14:creationId xmlns:p14="http://schemas.microsoft.com/office/powerpoint/2010/main" val="3348015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FE7843-5AD9-4543-8D0F-A929A2763021}"/>
              </a:ext>
            </a:extLst>
          </p:cNvPr>
          <p:cNvSpPr/>
          <p:nvPr/>
        </p:nvSpPr>
        <p:spPr>
          <a:xfrm>
            <a:off x="357809" y="751344"/>
            <a:ext cx="1120471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business plan is a document that outlines the long-term strategy for a venture. It formally details how the business intends to generate revenue, who will make key decisions, and how operations will be conducted.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Executive Summary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brief summary of the entire business plan, including the business name, location, and the product or service offered.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Statement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concise statement about the purpose of the business and its core values.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Short-term and long-term goals for the business, such as revenue targets or market expansion.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to Success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Critical factors that will contribute to the success of the business, such as unique strengths or strategic advantages.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Company Description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Overview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Details about what the business does, its legal structure (e.g., sole proprietorship, partnership, corporation), and the business model.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History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Background information about the business's founding, milestones, and evolution.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 and Vision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Statements outlining the company's purpose and future aspirations.</a:t>
            </a:r>
          </a:p>
          <a:p>
            <a:pPr lvl="2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Structure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Information about the organizational structure and key roles.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Market Analysis</a:t>
            </a:r>
          </a:p>
          <a:p>
            <a:pPr algn="just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CE983-D316-4C69-9D31-20807F043C67}"/>
              </a:ext>
            </a:extLst>
          </p:cNvPr>
          <p:cNvSpPr/>
          <p:nvPr/>
        </p:nvSpPr>
        <p:spPr>
          <a:xfrm>
            <a:off x="0" y="147647"/>
            <a:ext cx="89518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OF THE BUSINESS PLAN</a:t>
            </a:r>
          </a:p>
        </p:txBody>
      </p:sp>
    </p:spTree>
    <p:extLst>
      <p:ext uri="{BB962C8B-B14F-4D97-AF65-F5344CB8AC3E}">
        <p14:creationId xmlns:p14="http://schemas.microsoft.com/office/powerpoint/2010/main" val="2341986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C87662-18E0-49A3-8A34-95F66C59CBD9}"/>
              </a:ext>
            </a:extLst>
          </p:cNvPr>
          <p:cNvSpPr/>
          <p:nvPr/>
        </p:nvSpPr>
        <p:spPr>
          <a:xfrm>
            <a:off x="304800" y="230620"/>
            <a:ext cx="118872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4.Value Proposition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Customer Needs: Description of the specific needs or problems that the product or service addresses.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Product/Service Offering: Explanation of the product or service and how it meets the identified needs.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Differentiation: What makes the offering unique compared to competitors' products or services.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Tangible Benefits: Measurable advantages such as cost savings, time savings, and improved quality.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Intangible Benefits: Emotional or psychological benefits like brand trust, convenience, and customer satisfaction.</a:t>
            </a:r>
          </a:p>
          <a:p>
            <a:r>
              <a:rPr lang="en-IN" b="1" dirty="0"/>
              <a:t>5. Organization and Management</a:t>
            </a:r>
          </a:p>
          <a:p>
            <a:r>
              <a:rPr lang="en-IN" b="1" dirty="0"/>
              <a:t>6. Products or Services</a:t>
            </a:r>
          </a:p>
          <a:p>
            <a:r>
              <a:rPr lang="en-IN" b="1" dirty="0"/>
              <a:t>7. Marketing and Sales Strategy</a:t>
            </a:r>
            <a:endParaRPr lang="en-I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Marketing Plan</a:t>
            </a:r>
            <a:r>
              <a:rPr lang="en-IN" dirty="0"/>
              <a:t>: Strategies for promoting the product or service, including advertising, public relations, and digital marketing.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Sales Strategy</a:t>
            </a:r>
            <a:r>
              <a:rPr lang="en-IN" dirty="0"/>
              <a:t>: Sales process, techniques, and structure, including the sales force and distribution channels.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Pricing Strategy</a:t>
            </a:r>
            <a:r>
              <a:rPr lang="en-IN" dirty="0"/>
              <a:t>: Pricing model and rationale, including comparisons to competitors.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Advertising and Promotion</a:t>
            </a:r>
            <a:r>
              <a:rPr lang="en-IN" dirty="0"/>
              <a:t>: Plans for reaching and engaging with the target audience.</a:t>
            </a:r>
          </a:p>
          <a:p>
            <a:r>
              <a:rPr lang="en-IN" b="1" dirty="0"/>
              <a:t>8. Operations Plan</a:t>
            </a:r>
            <a:endParaRPr lang="en-IN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Operational Processes</a:t>
            </a:r>
            <a:r>
              <a:rPr lang="en-IN" dirty="0"/>
              <a:t>: Description of the daily operations and workflow within the business.</a:t>
            </a:r>
            <a:endParaRPr lang="en-IN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Location and Facilities</a:t>
            </a:r>
            <a:r>
              <a:rPr lang="en-IN" dirty="0"/>
              <a:t>: Information about the physical location of the business and any facilities used.</a:t>
            </a:r>
            <a:endParaRPr lang="en-IN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Technology</a:t>
            </a:r>
            <a:r>
              <a:rPr lang="en-IN" dirty="0"/>
              <a:t>: Technologies and systems used in business operations.</a:t>
            </a:r>
            <a:endParaRPr lang="en-IN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Supply Chain Management</a:t>
            </a:r>
            <a:r>
              <a:rPr lang="en-IN" dirty="0"/>
              <a:t>: Details on suppliers, inventory management, and logistics.</a:t>
            </a:r>
            <a:endParaRPr lang="en-IN" sz="1600" dirty="0"/>
          </a:p>
          <a:p>
            <a:pPr lvl="1"/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81289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4031B2-731F-4A05-BB61-BA865274434A}"/>
              </a:ext>
            </a:extLst>
          </p:cNvPr>
          <p:cNvSpPr/>
          <p:nvPr/>
        </p:nvSpPr>
        <p:spPr>
          <a:xfrm>
            <a:off x="477078" y="240691"/>
            <a:ext cx="11714921" cy="3443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Financial Plan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Revenue Model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How the business will generate revenue, including pricing and sales forecasts.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Funding Requirements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Amount of funding needed, how it will be used, and sources of capital.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Financial Statements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Projected income statement, cash flow statement, and balance sheet.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Break-even Analysis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Calculation of the point at which the business will start to be profitable.</a:t>
            </a:r>
          </a:p>
          <a:p>
            <a:r>
              <a:rPr lang="en-IN" b="1" dirty="0"/>
              <a:t>10. Risk Analysis</a:t>
            </a:r>
            <a:endParaRPr lang="en-IN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Risk Factors</a:t>
            </a:r>
            <a:r>
              <a:rPr lang="en-IN" dirty="0"/>
              <a:t>: Identification of potential risks and challenges that could impact the business.</a:t>
            </a:r>
            <a:endParaRPr lang="en-IN" sz="16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1" dirty="0"/>
              <a:t>Mitigation Strategies</a:t>
            </a:r>
            <a:r>
              <a:rPr lang="en-IN" dirty="0"/>
              <a:t>: Plans and strategies to address and reduce identified risks.</a:t>
            </a:r>
            <a:endParaRPr lang="en-IN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7943D-EBA2-47A6-B411-F54D958691D7}"/>
              </a:ext>
            </a:extLst>
          </p:cNvPr>
          <p:cNvSpPr/>
          <p:nvPr/>
        </p:nvSpPr>
        <p:spPr>
          <a:xfrm>
            <a:off x="477077" y="3222533"/>
            <a:ext cx="10243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11. Supporting Documents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Additional documents that support the business plan, such as resumes, legal agreements, market  research data, and detailed financial projections.</a:t>
            </a:r>
          </a:p>
        </p:txBody>
      </p:sp>
    </p:spTree>
    <p:extLst>
      <p:ext uri="{BB962C8B-B14F-4D97-AF65-F5344CB8AC3E}">
        <p14:creationId xmlns:p14="http://schemas.microsoft.com/office/powerpoint/2010/main" val="269999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FA1880-47A5-4B9C-83CF-581FFE4E4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9601"/>
            <a:ext cx="11887200" cy="62483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A8B1A2-DE8E-4421-938F-AE9B314C72F6}"/>
              </a:ext>
            </a:extLst>
          </p:cNvPr>
          <p:cNvSpPr/>
          <p:nvPr/>
        </p:nvSpPr>
        <p:spPr>
          <a:xfrm>
            <a:off x="152400" y="13252"/>
            <a:ext cx="58643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MARKETING AND SALES FORECASTING</a:t>
            </a:r>
            <a:endParaRPr lang="en-I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0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F364E65-5EE9-4384-80C1-EB0FD0EA6C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983208"/>
              </p:ext>
            </p:extLst>
          </p:nvPr>
        </p:nvGraphicFramePr>
        <p:xfrm>
          <a:off x="145773" y="331304"/>
          <a:ext cx="12046227" cy="6400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81089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A8485BE-A226-475C-8CCF-EFAD1AE2E8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264593"/>
              </p:ext>
            </p:extLst>
          </p:nvPr>
        </p:nvGraphicFramePr>
        <p:xfrm>
          <a:off x="0" y="0"/>
          <a:ext cx="12192000" cy="6629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741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Chevron 3">
            <a:extLst>
              <a:ext uri="{FF2B5EF4-FFF2-40B4-BE49-F238E27FC236}">
                <a16:creationId xmlns:a16="http://schemas.microsoft.com/office/drawing/2014/main" id="{3C3F54DF-2E0B-407A-B578-FF7ABED19270}"/>
              </a:ext>
            </a:extLst>
          </p:cNvPr>
          <p:cNvSpPr/>
          <p:nvPr/>
        </p:nvSpPr>
        <p:spPr>
          <a:xfrm>
            <a:off x="301013" y="228610"/>
            <a:ext cx="10461641" cy="6400779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DAC30E-1C45-4280-B1E7-C66070602016}"/>
              </a:ext>
            </a:extLst>
          </p:cNvPr>
          <p:cNvGrpSpPr/>
          <p:nvPr/>
        </p:nvGrpSpPr>
        <p:grpSpPr>
          <a:xfrm>
            <a:off x="3056711" y="1430104"/>
            <a:ext cx="8834275" cy="5047742"/>
            <a:chOff x="2755698" y="1201513"/>
            <a:chExt cx="8834275" cy="504774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6A92A42-DADC-4FDB-8EF5-3527015EE843}"/>
                </a:ext>
              </a:extLst>
            </p:cNvPr>
            <p:cNvSpPr/>
            <p:nvPr/>
          </p:nvSpPr>
          <p:spPr>
            <a:xfrm>
              <a:off x="2755698" y="1201513"/>
              <a:ext cx="8834275" cy="504774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: Rounded Corners 5">
              <a:extLst>
                <a:ext uri="{FF2B5EF4-FFF2-40B4-BE49-F238E27FC236}">
                  <a16:creationId xmlns:a16="http://schemas.microsoft.com/office/drawing/2014/main" id="{0E8EAF2D-090E-4C3E-A7FE-037FE148744A}"/>
                </a:ext>
              </a:extLst>
            </p:cNvPr>
            <p:cNvSpPr txBox="1"/>
            <p:nvPr/>
          </p:nvSpPr>
          <p:spPr>
            <a:xfrm>
              <a:off x="2903541" y="1349356"/>
              <a:ext cx="8538589" cy="4752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000" kern="1200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7665731-4DFE-41C5-AF7C-78B2560DE426}"/>
              </a:ext>
            </a:extLst>
          </p:cNvPr>
          <p:cNvSpPr/>
          <p:nvPr/>
        </p:nvSpPr>
        <p:spPr>
          <a:xfrm>
            <a:off x="4030463" y="1923192"/>
            <a:ext cx="7379659" cy="308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Integration of Sales and Marketing Forecasts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Ensure that sales forecasts are aligned with marketing efforts to create a cohesive strategy that supports business goals.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Feedback Loop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Use insights from sales performance to adjust marketing strategies and vice versa, creating a dynamic approach to forecasting.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Scenario Planning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Prepare for different scenarios (e.g., best-case, worst-case) to understand potential variations in sales and marketing outcomes and adjust plans accordingly.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092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Chevron 3">
            <a:extLst>
              <a:ext uri="{FF2B5EF4-FFF2-40B4-BE49-F238E27FC236}">
                <a16:creationId xmlns:a16="http://schemas.microsoft.com/office/drawing/2014/main" id="{3C3F54DF-2E0B-407A-B578-FF7ABED19270}"/>
              </a:ext>
            </a:extLst>
          </p:cNvPr>
          <p:cNvSpPr/>
          <p:nvPr/>
        </p:nvSpPr>
        <p:spPr>
          <a:xfrm>
            <a:off x="0" y="228610"/>
            <a:ext cx="10461641" cy="6400779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DAC30E-1C45-4280-B1E7-C66070602016}"/>
              </a:ext>
            </a:extLst>
          </p:cNvPr>
          <p:cNvGrpSpPr/>
          <p:nvPr/>
        </p:nvGrpSpPr>
        <p:grpSpPr>
          <a:xfrm>
            <a:off x="2422674" y="1184425"/>
            <a:ext cx="9769325" cy="5047742"/>
            <a:chOff x="2903541" y="1201513"/>
            <a:chExt cx="8993301" cy="504774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6A92A42-DADC-4FDB-8EF5-3527015EE843}"/>
                </a:ext>
              </a:extLst>
            </p:cNvPr>
            <p:cNvSpPr/>
            <p:nvPr/>
          </p:nvSpPr>
          <p:spPr>
            <a:xfrm>
              <a:off x="3062567" y="1201513"/>
              <a:ext cx="8834275" cy="504774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: Rounded Corners 5">
              <a:extLst>
                <a:ext uri="{FF2B5EF4-FFF2-40B4-BE49-F238E27FC236}">
                  <a16:creationId xmlns:a16="http://schemas.microsoft.com/office/drawing/2014/main" id="{0E8EAF2D-090E-4C3E-A7FE-037FE148744A}"/>
                </a:ext>
              </a:extLst>
            </p:cNvPr>
            <p:cNvSpPr txBox="1"/>
            <p:nvPr/>
          </p:nvSpPr>
          <p:spPr>
            <a:xfrm>
              <a:off x="2903541" y="1349356"/>
              <a:ext cx="8538589" cy="47520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000" kern="1200" dirty="0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7665731-4DFE-41C5-AF7C-78B2560DE426}"/>
              </a:ext>
            </a:extLst>
          </p:cNvPr>
          <p:cNvSpPr/>
          <p:nvPr/>
        </p:nvSpPr>
        <p:spPr>
          <a:xfrm>
            <a:off x="3233531" y="1923192"/>
            <a:ext cx="9096846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Some Questions We Need To Ask …………………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What are the most effective methods or tools for improving forecast accuracy?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How do companies handle forecast deviations or inaccuracies?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How can businesses use scenario analysis in forecasting?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How do companies forecast for new product launches with limited historical data?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What role does machine learning play in modern sales forecasting?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How do different industries approach sales forecasting?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How do you balance qualitative and quantitative data in forecasting?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What impact do global economic trends have on sales forecasting?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How do external factors like regulatory changes and geopolitical events affect forecasts?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How can businesses reduce the impact of bias in sales forecasting?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34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1263</TotalTime>
  <Words>3933</Words>
  <Application>Microsoft Office PowerPoint</Application>
  <PresentationFormat>Widescreen</PresentationFormat>
  <Paragraphs>295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lalu</dc:creator>
  <cp:lastModifiedBy>user</cp:lastModifiedBy>
  <cp:revision>86</cp:revision>
  <dcterms:created xsi:type="dcterms:W3CDTF">2024-07-22T14:03:19Z</dcterms:created>
  <dcterms:modified xsi:type="dcterms:W3CDTF">2025-08-05T10:16:21Z</dcterms:modified>
</cp:coreProperties>
</file>